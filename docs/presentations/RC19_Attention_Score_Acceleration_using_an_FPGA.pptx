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29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137.xml"/>
  <Override ContentType="application/vnd.openxmlformats-officedocument.presentationml.slideLayout+xml" PartName="/ppt/slideLayouts/slideLayout120.xml"/>
  <Override ContentType="application/vnd.openxmlformats-officedocument.presentationml.slideLayout+xml" PartName="/ppt/slideLayouts/slideLayout9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98.xml"/>
  <Override ContentType="application/vnd.openxmlformats-officedocument.presentationml.slideLayout+xml" PartName="/ppt/slideLayouts/slideLayout110.xml"/>
  <Override ContentType="application/vnd.openxmlformats-officedocument.presentationml.slideLayout+xml" PartName="/ppt/slideLayouts/slideLayout153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145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2.xml"/>
  <Override ContentType="application/vnd.openxmlformats-officedocument.presentationml.slideLayout+xml" PartName="/ppt/slideLayouts/slideLayout119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135.xml"/>
  <Override ContentType="application/vnd.openxmlformats-officedocument.presentationml.slideLayout+xml" PartName="/ppt/slideLayouts/slideLayout12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04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147.xml"/>
  <Override ContentType="application/vnd.openxmlformats-officedocument.presentationml.slideLayout+xml" PartName="/ppt/slideLayouts/slideLayout117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151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92.xml"/>
  <Override ContentType="application/vnd.openxmlformats-officedocument.presentationml.slideLayout+xml" PartName="/ppt/slideLayouts/slideLayout116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150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33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0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149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10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12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127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94.xml"/>
  <Override ContentType="application/vnd.openxmlformats-officedocument.presentationml.slideLayout+xml" PartName="/ppt/slideLayouts/slideLayout114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144.xml"/>
  <Override ContentType="application/vnd.openxmlformats-officedocument.presentationml.slideLayout+xml" PartName="/ppt/slideLayouts/slideLayout131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142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25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112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10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138.xml"/>
  <Override ContentType="application/vnd.openxmlformats-officedocument.presentationml.slideLayout+xml" PartName="/ppt/slideLayouts/slideLayout32.xml"/>
  <Override ContentType="application/vnd.openxmlformats-officedocument.presentationml.slideLayout+xml" PartName="/ppt/slideLayouts/slideLayout97.xml"/>
  <Override ContentType="application/vnd.openxmlformats-officedocument.presentationml.slideLayout+xml" PartName="/ppt/slideLayouts/slideLayout111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146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03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128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95.xml"/>
  <Override ContentType="application/vnd.openxmlformats-officedocument.presentationml.slideLayout+xml" PartName="/ppt/slideLayouts/slideLayout101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99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136.xml"/>
  <Override ContentType="application/vnd.openxmlformats-officedocument.presentationml.slideLayout+xml" PartName="/ppt/slideLayouts/slideLayout152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05.xml"/>
  <Override ContentType="application/vnd.openxmlformats-officedocument.presentationml.slideLayout+xml" PartName="/ppt/slideLayouts/slideLayout118.xml"/>
  <Override ContentType="application/vnd.openxmlformats-officedocument.presentationml.slideLayout+xml" PartName="/ppt/slideLayouts/slideLayout148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134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121.xml"/>
  <Override ContentType="application/vnd.openxmlformats-officedocument.presentationml.slideLayout+xml" PartName="/ppt/slideLayouts/slideLayout14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107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124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09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115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132.xml"/>
  <Override ContentType="application/vnd.openxmlformats-officedocument.presentationml.slideLayout+xml" PartName="/ppt/slideLayouts/slideLayout100.xml"/>
  <Override ContentType="application/vnd.openxmlformats-officedocument.presentationml.slideLayout+xml" PartName="/ppt/slideLayouts/slideLayout130.xml"/>
  <Override ContentType="application/vnd.openxmlformats-officedocument.presentationml.slideLayout+xml" PartName="/ppt/slideLayouts/slideLayout143.xml"/>
  <Override ContentType="application/vnd.openxmlformats-officedocument.presentationml.slideLayout+xml" PartName="/ppt/slideLayouts/slideLayout113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126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39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93.xml"/>
  <Override ContentType="application/vnd.openxmlformats-officedocument.presentationml.slideLayout+xml" PartName="/ppt/slideLayouts/slideLayout27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22" roundtripDataSignature="AMtx7mgg5RJJkWZCdgnqKeghW5Qwg1ECf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3C23984-3866-46C6-A7AB-43938E27D444}">
  <a:tblStyle styleId="{53C23984-3866-46C6-A7AB-43938E27D444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8DE9F480-7A35-40DA-BCEE-97C12952473A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6E7E7"/>
          </a:solidFill>
        </a:fill>
      </a:tcStyle>
    </a:wholeTbl>
    <a:band1H>
      <a:tcTxStyle/>
      <a:tcStyle>
        <a:fill>
          <a:solidFill>
            <a:srgbClr val="ECCCCC"/>
          </a:solidFill>
        </a:fill>
      </a:tcStyle>
    </a:band1H>
    <a:band2H>
      <a:tcTxStyle/>
    </a:band2H>
    <a:band1V>
      <a:tcTxStyle/>
      <a:tcStyle>
        <a:fill>
          <a:solidFill>
            <a:srgbClr val="ECCCCC"/>
          </a:solidFill>
        </a:fill>
      </a:tcStyle>
    </a:band1V>
    <a:band2V>
      <a:tcTxStyle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6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6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6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6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customschemas.google.com/relationships/presentationmetadata" Target="metadata"/><Relationship Id="rId21" Type="http://schemas.openxmlformats.org/officeDocument/2006/relationships/slide" Target="slides/slide15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9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Google Shape;1050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1" name="Google Shape;105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6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8" name="Google Shape;105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4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Google Shape;1065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6" name="Google Shape;106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2" name="Shape 1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Google Shape;1073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4" name="Google Shape;107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2" name="Shape 1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" name="Google Shape;1083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4" name="Google Shape;108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3" name="Shape 1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Google Shape;1094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5" name="Google Shape;109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1" name="Shape 1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2" name="Google Shape;1142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3" name="Google Shape;114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8" name="Shape 1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9" name="Google Shape;1149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0" name="Google Shape;115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5" name="Shape 1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6" name="Google Shape;1156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7" name="Google Shape;115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3" name="Shape 1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4" name="Google Shape;1164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5" name="Google Shape;116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4" name="Shape 1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5" name="Google Shape;1175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6" name="Google Shape;117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5" name="Shape 1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6" name="Google Shape;1186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7" name="Google Shape;118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0" name="Shape 1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1" name="Google Shape;1201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2" name="Google Shape;120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0" name="Shape 1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1" name="Google Shape;1211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2" name="Google Shape;121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7" name="Shape 1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" name="Google Shape;1218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9" name="Google Shape;121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1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1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1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2.png"/></Relationships>
</file>

<file path=ppt/slideLayouts/_rels/slideLayout1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3.png"/></Relationships>
</file>

<file path=ppt/slideLayouts/_rels/slideLayout1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.png"/></Relationships>
</file>

<file path=ppt/slideLayouts/_rels/slideLayout1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3.png"/></Relationships>
</file>

<file path=ppt/slideLayouts/_rels/slideLayout1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2.png"/></Relationships>
</file>

<file path=ppt/slideLayouts/_rels/slideLayout1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3.png"/></Relationships>
</file>

<file path=ppt/slideLayouts/_rels/slideLayout1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1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1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6" name="Google Shape;16;p1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7" name="Google Shape;17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.0 Standard slide">
  <p:cSld name="CUSTOM_22_1_1_1_1_1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8"/>
          <p:cNvSpPr txBox="1"/>
          <p:nvPr>
            <p:ph type="title"/>
          </p:nvPr>
        </p:nvSpPr>
        <p:spPr>
          <a:xfrm>
            <a:off x="420625" y="320050"/>
            <a:ext cx="8271600" cy="4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highlight>
                  <a:schemeClr val="accent1"/>
                </a:highlight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18"/>
          <p:cNvSpPr txBox="1"/>
          <p:nvPr>
            <p:ph idx="1" type="body"/>
          </p:nvPr>
        </p:nvSpPr>
        <p:spPr>
          <a:xfrm>
            <a:off x="420900" y="994550"/>
            <a:ext cx="8271600" cy="31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21" name="Google Shape;21;p1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 slides: brand pattern - Frame - Network - Black">
  <p:cSld name="CUSTOM_23_1_1_2_1_1_1_1_1_1_1_1_1_1_1_1_1_1_2_1_1">
    <p:bg>
      <p:bgPr>
        <a:solidFill>
          <a:schemeClr val="dk1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19"/>
          <p:cNvPicPr preferRelativeResize="0"/>
          <p:nvPr/>
        </p:nvPicPr>
        <p:blipFill rotWithShape="1">
          <a:blip r:embed="rId2">
            <a:alphaModFix/>
          </a:blip>
          <a:srcRect b="0" l="10" r="20" t="0"/>
          <a:stretch/>
        </p:blipFill>
        <p:spPr>
          <a:xfrm>
            <a:off x="0" y="-1725"/>
            <a:ext cx="9144003" cy="5146949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1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 This is the official ASU Presentation template theme">
  <p:cSld name="CUSTOM_21">
    <p:bg>
      <p:bgPr>
        <a:solidFill>
          <a:schemeClr val="accent1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U_Horiz_RGB_Digital_MaroonGold.png" id="26" name="Google Shape;26;p20"/>
          <p:cNvPicPr preferRelativeResize="0"/>
          <p:nvPr/>
        </p:nvPicPr>
        <p:blipFill rotWithShape="1">
          <a:blip r:embed="rId2">
            <a:alphaModFix/>
          </a:blip>
          <a:srcRect b="21285" l="6425" r="59273" t="21559"/>
          <a:stretch/>
        </p:blipFill>
        <p:spPr>
          <a:xfrm>
            <a:off x="407500" y="297225"/>
            <a:ext cx="910050" cy="420850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20"/>
          <p:cNvSpPr txBox="1"/>
          <p:nvPr/>
        </p:nvSpPr>
        <p:spPr>
          <a:xfrm>
            <a:off x="420625" y="842150"/>
            <a:ext cx="8275200" cy="291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b="1" i="0" lang="en-US" sz="6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Official 2025 </a:t>
            </a:r>
            <a:br>
              <a:rPr b="1" i="0" lang="en-US" sz="6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6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ASU presentation template </a:t>
            </a:r>
            <a:endParaRPr b="1" i="0" sz="6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20"/>
          <p:cNvSpPr txBox="1"/>
          <p:nvPr/>
        </p:nvSpPr>
        <p:spPr>
          <a:xfrm>
            <a:off x="420625" y="4666750"/>
            <a:ext cx="7407900" cy="195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chemeClr val="lt1"/>
                </a:solidFill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From Enterprise Brand Strategy and Management</a:t>
            </a:r>
            <a:endParaRPr b="1" i="0" sz="3600" u="none" cap="none" strike="noStrike">
              <a:solidFill>
                <a:schemeClr val="lt1"/>
              </a:solidFill>
              <a:highlight>
                <a:schemeClr val="dk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2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Title slide options →">
  <p:cSld name="CUSTOM_21_2">
    <p:bg>
      <p:bgPr>
        <a:solidFill>
          <a:schemeClr val="accent5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1"/>
          <p:cNvSpPr txBox="1"/>
          <p:nvPr/>
        </p:nvSpPr>
        <p:spPr>
          <a:xfrm>
            <a:off x="2411725" y="2070728"/>
            <a:ext cx="6288300" cy="99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rgbClr val="FFFFFF"/>
                </a:solidFill>
                <a:highlight>
                  <a:srgbClr val="191919"/>
                </a:highlight>
                <a:latin typeface="Arial"/>
                <a:ea typeface="Arial"/>
                <a:cs typeface="Arial"/>
                <a:sym typeface="Arial"/>
              </a:rPr>
              <a:t>Title slides</a:t>
            </a:r>
            <a:endParaRPr b="1" i="0" sz="7200" u="none" cap="none" strike="noStrike">
              <a:solidFill>
                <a:srgbClr val="FFFFFF"/>
              </a:solidFill>
              <a:highlight>
                <a:srgbClr val="191919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21"/>
          <p:cNvSpPr/>
          <p:nvPr/>
        </p:nvSpPr>
        <p:spPr>
          <a:xfrm>
            <a:off x="0" y="0"/>
            <a:ext cx="2168400" cy="5143500"/>
          </a:xfrm>
          <a:prstGeom prst="rightArrowCallout">
            <a:avLst>
              <a:gd fmla="val 25000" name="adj1"/>
              <a:gd fmla="val 25000" name="adj2"/>
              <a:gd fmla="val 25000" name="adj3"/>
              <a:gd fmla="val 64977" name="adj4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2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slide - White">
  <p:cSld name="CUSTOM_20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2"/>
          <p:cNvSpPr txBox="1"/>
          <p:nvPr>
            <p:ph type="ctrTitle"/>
          </p:nvPr>
        </p:nvSpPr>
        <p:spPr>
          <a:xfrm>
            <a:off x="420625" y="994550"/>
            <a:ext cx="8275200" cy="2937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22"/>
          <p:cNvSpPr txBox="1"/>
          <p:nvPr>
            <p:ph idx="1" type="subTitle"/>
          </p:nvPr>
        </p:nvSpPr>
        <p:spPr>
          <a:xfrm>
            <a:off x="420600" y="3931450"/>
            <a:ext cx="82752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>
                <a:highlight>
                  <a:schemeClr val="accent1"/>
                </a:highlight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pic>
        <p:nvPicPr>
          <p:cNvPr id="37" name="Google Shape;37;p22"/>
          <p:cNvPicPr preferRelativeResize="0"/>
          <p:nvPr/>
        </p:nvPicPr>
        <p:blipFill rotWithShape="1">
          <a:blip r:embed="rId2">
            <a:alphaModFix/>
          </a:blip>
          <a:srcRect b="11223" l="0" r="0" t="11215"/>
          <a:stretch/>
        </p:blipFill>
        <p:spPr>
          <a:xfrm>
            <a:off x="244105" y="234939"/>
            <a:ext cx="2508149" cy="539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2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slide - Black">
  <p:cSld name="CUSTOM_20_2_1">
    <p:bg>
      <p:bgPr>
        <a:solidFill>
          <a:schemeClr val="dk1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3"/>
          <p:cNvSpPr txBox="1"/>
          <p:nvPr>
            <p:ph type="ctrTitle"/>
          </p:nvPr>
        </p:nvSpPr>
        <p:spPr>
          <a:xfrm>
            <a:off x="420625" y="994550"/>
            <a:ext cx="8275200" cy="2937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23"/>
          <p:cNvSpPr txBox="1"/>
          <p:nvPr>
            <p:ph idx="1" type="subTitle"/>
          </p:nvPr>
        </p:nvSpPr>
        <p:spPr>
          <a:xfrm>
            <a:off x="420600" y="3931450"/>
            <a:ext cx="82752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>
                <a:highlight>
                  <a:schemeClr val="accent1"/>
                </a:highlight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pic>
        <p:nvPicPr>
          <p:cNvPr id="42" name="Google Shape;42;p23"/>
          <p:cNvPicPr preferRelativeResize="0"/>
          <p:nvPr/>
        </p:nvPicPr>
        <p:blipFill rotWithShape="1">
          <a:blip r:embed="rId2">
            <a:alphaModFix/>
          </a:blip>
          <a:srcRect b="11223" l="0" r="0" t="11215"/>
          <a:stretch/>
        </p:blipFill>
        <p:spPr>
          <a:xfrm>
            <a:off x="244105" y="234939"/>
            <a:ext cx="2508149" cy="539288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2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slide - Gold">
  <p:cSld name="CUSTOM_20_2_2">
    <p:bg>
      <p:bgPr>
        <a:solidFill>
          <a:schemeClr val="accent1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4"/>
          <p:cNvSpPr txBox="1"/>
          <p:nvPr>
            <p:ph type="ctrTitle"/>
          </p:nvPr>
        </p:nvSpPr>
        <p:spPr>
          <a:xfrm>
            <a:off x="420625" y="994550"/>
            <a:ext cx="8275200" cy="2937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6" name="Google Shape;46;p24"/>
          <p:cNvSpPr txBox="1"/>
          <p:nvPr>
            <p:ph idx="1" type="subTitle"/>
          </p:nvPr>
        </p:nvSpPr>
        <p:spPr>
          <a:xfrm>
            <a:off x="420600" y="3931450"/>
            <a:ext cx="82752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>
                <a:solidFill>
                  <a:schemeClr val="lt1"/>
                </a:solidFill>
                <a:highlight>
                  <a:schemeClr val="dk1"/>
                </a:highlight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pic>
        <p:nvPicPr>
          <p:cNvPr id="47" name="Google Shape;47;p24"/>
          <p:cNvPicPr preferRelativeResize="0"/>
          <p:nvPr/>
        </p:nvPicPr>
        <p:blipFill rotWithShape="1">
          <a:blip r:embed="rId2">
            <a:alphaModFix/>
          </a:blip>
          <a:srcRect b="11223" l="0" r="0" t="11215"/>
          <a:stretch/>
        </p:blipFill>
        <p:spPr>
          <a:xfrm>
            <a:off x="244105" y="234939"/>
            <a:ext cx="2508149" cy="539288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2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slide - Maroon">
  <p:cSld name="CUSTOM_20_2_3">
    <p:bg>
      <p:bgPr>
        <a:solidFill>
          <a:schemeClr val="accent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5"/>
          <p:cNvSpPr txBox="1"/>
          <p:nvPr>
            <p:ph type="ctrTitle"/>
          </p:nvPr>
        </p:nvSpPr>
        <p:spPr>
          <a:xfrm>
            <a:off x="420625" y="994550"/>
            <a:ext cx="8275200" cy="2937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1" name="Google Shape;51;p25"/>
          <p:cNvSpPr txBox="1"/>
          <p:nvPr>
            <p:ph idx="1" type="subTitle"/>
          </p:nvPr>
        </p:nvSpPr>
        <p:spPr>
          <a:xfrm>
            <a:off x="420600" y="3931450"/>
            <a:ext cx="82752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>
                <a:highlight>
                  <a:schemeClr val="lt1"/>
                </a:highlight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pic>
        <p:nvPicPr>
          <p:cNvPr id="52" name="Google Shape;52;p25"/>
          <p:cNvPicPr preferRelativeResize="0"/>
          <p:nvPr/>
        </p:nvPicPr>
        <p:blipFill rotWithShape="1">
          <a:blip r:embed="rId2">
            <a:alphaModFix/>
          </a:blip>
          <a:srcRect b="11223" l="0" r="0" t="11215"/>
          <a:stretch/>
        </p:blipFill>
        <p:spPr>
          <a:xfrm>
            <a:off x="244105" y="234939"/>
            <a:ext cx="2508149" cy="539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2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2 Title slide - White">
  <p:cSld name="CUSTOM_19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6"/>
          <p:cNvSpPr txBox="1"/>
          <p:nvPr>
            <p:ph type="ctrTitle"/>
          </p:nvPr>
        </p:nvSpPr>
        <p:spPr>
          <a:xfrm>
            <a:off x="420625" y="994550"/>
            <a:ext cx="8275200" cy="31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6" name="Google Shape;56;p26"/>
          <p:cNvSpPr txBox="1"/>
          <p:nvPr>
            <p:ph idx="1" type="subTitle"/>
          </p:nvPr>
        </p:nvSpPr>
        <p:spPr>
          <a:xfrm>
            <a:off x="420625" y="629875"/>
            <a:ext cx="8275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>
                <a:highlight>
                  <a:schemeClr val="accent1"/>
                </a:highlight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accent1"/>
                </a:highlight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accent1"/>
                </a:highlight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accent1"/>
                </a:highlight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accent1"/>
                </a:highlight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accent1"/>
                </a:highlight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accent1"/>
                </a:highlight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accent1"/>
                </a:highlight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accent1"/>
                </a:highlight>
              </a:defRPr>
            </a:lvl9pPr>
          </a:lstStyle>
          <a:p/>
        </p:txBody>
      </p:sp>
      <p:pic>
        <p:nvPicPr>
          <p:cNvPr id="57" name="Google Shape;57;p26"/>
          <p:cNvPicPr preferRelativeResize="0"/>
          <p:nvPr/>
        </p:nvPicPr>
        <p:blipFill rotWithShape="1">
          <a:blip r:embed="rId2">
            <a:alphaModFix/>
          </a:blip>
          <a:srcRect b="11223" l="0" r="0" t="11215"/>
          <a:stretch/>
        </p:blipFill>
        <p:spPr>
          <a:xfrm>
            <a:off x="6460548" y="4378866"/>
            <a:ext cx="2508149" cy="539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2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2 Title slide - Black">
  <p:cSld name="CUSTOM_19_1_3">
    <p:bg>
      <p:bgPr>
        <a:solidFill>
          <a:schemeClr val="dk1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7"/>
          <p:cNvSpPr txBox="1"/>
          <p:nvPr>
            <p:ph type="ctrTitle"/>
          </p:nvPr>
        </p:nvSpPr>
        <p:spPr>
          <a:xfrm>
            <a:off x="420625" y="994550"/>
            <a:ext cx="8275200" cy="31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61" name="Google Shape;61;p27"/>
          <p:cNvSpPr txBox="1"/>
          <p:nvPr>
            <p:ph idx="1" type="subTitle"/>
          </p:nvPr>
        </p:nvSpPr>
        <p:spPr>
          <a:xfrm>
            <a:off x="420625" y="629875"/>
            <a:ext cx="8275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>
                <a:highlight>
                  <a:schemeClr val="accent1"/>
                </a:highlight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accent1"/>
                </a:highlight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accent1"/>
                </a:highlight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accent1"/>
                </a:highlight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accent1"/>
                </a:highlight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accent1"/>
                </a:highlight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accent1"/>
                </a:highlight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accent1"/>
                </a:highlight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accent1"/>
                </a:highlight>
              </a:defRPr>
            </a:lvl9pPr>
          </a:lstStyle>
          <a:p/>
        </p:txBody>
      </p:sp>
      <p:pic>
        <p:nvPicPr>
          <p:cNvPr id="62" name="Google Shape;62;p27"/>
          <p:cNvPicPr preferRelativeResize="0"/>
          <p:nvPr/>
        </p:nvPicPr>
        <p:blipFill rotWithShape="1">
          <a:blip r:embed="rId2">
            <a:alphaModFix/>
          </a:blip>
          <a:srcRect b="11223" l="0" r="0" t="11215"/>
          <a:stretch/>
        </p:blipFill>
        <p:spPr>
          <a:xfrm>
            <a:off x="6460548" y="4378866"/>
            <a:ext cx="2508149" cy="539288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2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2 Title slide - Gold">
  <p:cSld name="CUSTOM_19_1_3_1">
    <p:bg>
      <p:bgPr>
        <a:solidFill>
          <a:schemeClr val="accent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8"/>
          <p:cNvSpPr txBox="1"/>
          <p:nvPr>
            <p:ph type="ctrTitle"/>
          </p:nvPr>
        </p:nvSpPr>
        <p:spPr>
          <a:xfrm>
            <a:off x="420625" y="994550"/>
            <a:ext cx="8275200" cy="31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66" name="Google Shape;66;p28"/>
          <p:cNvSpPr txBox="1"/>
          <p:nvPr>
            <p:ph idx="1" type="subTitle"/>
          </p:nvPr>
        </p:nvSpPr>
        <p:spPr>
          <a:xfrm>
            <a:off x="420625" y="629875"/>
            <a:ext cx="8275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  <a:highlight>
                  <a:schemeClr val="dk1"/>
                </a:highlight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accent1"/>
                </a:highlight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accent1"/>
                </a:highlight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accent1"/>
                </a:highlight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accent1"/>
                </a:highlight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accent1"/>
                </a:highlight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accent1"/>
                </a:highlight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accent1"/>
                </a:highlight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accent1"/>
                </a:highlight>
              </a:defRPr>
            </a:lvl9pPr>
          </a:lstStyle>
          <a:p/>
        </p:txBody>
      </p:sp>
      <p:pic>
        <p:nvPicPr>
          <p:cNvPr id="67" name="Google Shape;67;p28"/>
          <p:cNvPicPr preferRelativeResize="0"/>
          <p:nvPr/>
        </p:nvPicPr>
        <p:blipFill rotWithShape="1">
          <a:blip r:embed="rId2">
            <a:alphaModFix/>
          </a:blip>
          <a:srcRect b="11223" l="0" r="0" t="11215"/>
          <a:stretch/>
        </p:blipFill>
        <p:spPr>
          <a:xfrm>
            <a:off x="6460548" y="4378866"/>
            <a:ext cx="2508149" cy="539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2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2 Title slide - Maroon">
  <p:cSld name="CUSTOM_19_1_3_1_1">
    <p:bg>
      <p:bgPr>
        <a:solidFill>
          <a:schemeClr val="accent2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9"/>
          <p:cNvSpPr txBox="1"/>
          <p:nvPr>
            <p:ph type="ctrTitle"/>
          </p:nvPr>
        </p:nvSpPr>
        <p:spPr>
          <a:xfrm>
            <a:off x="420625" y="994550"/>
            <a:ext cx="8275200" cy="31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1" name="Google Shape;71;p29"/>
          <p:cNvSpPr txBox="1"/>
          <p:nvPr>
            <p:ph idx="1" type="subTitle"/>
          </p:nvPr>
        </p:nvSpPr>
        <p:spPr>
          <a:xfrm>
            <a:off x="420625" y="629875"/>
            <a:ext cx="8275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>
                <a:highlight>
                  <a:schemeClr val="lt1"/>
                </a:highlight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accent1"/>
                </a:highlight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accent1"/>
                </a:highlight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accent1"/>
                </a:highlight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accent1"/>
                </a:highlight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accent1"/>
                </a:highlight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accent1"/>
                </a:highlight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accent1"/>
                </a:highlight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accent1"/>
                </a:highlight>
              </a:defRPr>
            </a:lvl9pPr>
          </a:lstStyle>
          <a:p/>
        </p:txBody>
      </p:sp>
      <p:pic>
        <p:nvPicPr>
          <p:cNvPr id="72" name="Google Shape;72;p29"/>
          <p:cNvPicPr preferRelativeResize="0"/>
          <p:nvPr/>
        </p:nvPicPr>
        <p:blipFill rotWithShape="1">
          <a:blip r:embed="rId2">
            <a:alphaModFix/>
          </a:blip>
          <a:srcRect b="11223" l="0" r="0" t="11215"/>
          <a:stretch/>
        </p:blipFill>
        <p:spPr>
          <a:xfrm>
            <a:off x="6460548" y="4378866"/>
            <a:ext cx="2508149" cy="539288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2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3 Title slide">
  <p:cSld name="CUSTOM_23_1_1_1_1_1_1_2_1_2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0"/>
          <p:cNvSpPr/>
          <p:nvPr>
            <p:ph idx="2" type="pic"/>
          </p:nvPr>
        </p:nvSpPr>
        <p:spPr>
          <a:xfrm>
            <a:off x="0" y="-9225"/>
            <a:ext cx="9153300" cy="3135300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30"/>
          <p:cNvSpPr txBox="1"/>
          <p:nvPr>
            <p:ph type="title"/>
          </p:nvPr>
        </p:nvSpPr>
        <p:spPr>
          <a:xfrm>
            <a:off x="420625" y="2569475"/>
            <a:ext cx="8275500" cy="697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182875" spcFirstLastPara="1" rIns="182875" wrap="square" tIns="1828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/>
        </p:txBody>
      </p:sp>
      <p:pic>
        <p:nvPicPr>
          <p:cNvPr descr="ASU_Horiz_RGB_Digital_MaroonGold.png" id="77" name="Google Shape;77;p30"/>
          <p:cNvPicPr preferRelativeResize="0"/>
          <p:nvPr/>
        </p:nvPicPr>
        <p:blipFill rotWithShape="1">
          <a:blip r:embed="rId2">
            <a:alphaModFix/>
          </a:blip>
          <a:srcRect b="14159" l="3994" r="2039" t="13045"/>
          <a:stretch/>
        </p:blipFill>
        <p:spPr>
          <a:xfrm>
            <a:off x="7070229" y="4512686"/>
            <a:ext cx="1724150" cy="370724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30"/>
          <p:cNvSpPr txBox="1"/>
          <p:nvPr>
            <p:ph idx="1" type="body"/>
          </p:nvPr>
        </p:nvSpPr>
        <p:spPr>
          <a:xfrm>
            <a:off x="4197100" y="3298600"/>
            <a:ext cx="4315800" cy="8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79" name="Google Shape;79;p30"/>
          <p:cNvSpPr txBox="1"/>
          <p:nvPr>
            <p:ph idx="3" type="subTitle"/>
          </p:nvPr>
        </p:nvSpPr>
        <p:spPr>
          <a:xfrm>
            <a:off x="630950" y="3298600"/>
            <a:ext cx="3456300" cy="8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>
                <a:highlight>
                  <a:schemeClr val="accent1"/>
                </a:highlight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0" name="Google Shape;80;p3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Agenda slide options →">
  <p:cSld name="CUSTOM_21_1">
    <p:bg>
      <p:bgPr>
        <a:solidFill>
          <a:schemeClr val="accent5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1"/>
          <p:cNvSpPr txBox="1"/>
          <p:nvPr/>
        </p:nvSpPr>
        <p:spPr>
          <a:xfrm>
            <a:off x="2411725" y="1065053"/>
            <a:ext cx="6288300" cy="29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rgbClr val="FFFFFF"/>
                </a:solidFill>
                <a:highlight>
                  <a:srgbClr val="191919"/>
                </a:highlight>
                <a:latin typeface="Arial"/>
                <a:ea typeface="Arial"/>
                <a:cs typeface="Arial"/>
                <a:sym typeface="Arial"/>
              </a:rPr>
              <a:t>Agenda and schedule slides</a:t>
            </a:r>
            <a:endParaRPr b="1" i="0" sz="7200" u="none" cap="none" strike="noStrike">
              <a:solidFill>
                <a:srgbClr val="FFFFFF"/>
              </a:solidFill>
              <a:highlight>
                <a:srgbClr val="191919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31"/>
          <p:cNvSpPr/>
          <p:nvPr/>
        </p:nvSpPr>
        <p:spPr>
          <a:xfrm>
            <a:off x="0" y="0"/>
            <a:ext cx="2168400" cy="5143500"/>
          </a:xfrm>
          <a:prstGeom prst="rightArrowCallout">
            <a:avLst>
              <a:gd fmla="val 25000" name="adj1"/>
              <a:gd fmla="val 25000" name="adj2"/>
              <a:gd fmla="val 25000" name="adj3"/>
              <a:gd fmla="val 64977" name="adj4"/>
            </a:avLst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3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Agenda slide">
  <p:cSld name="CUSTOM_20_1">
    <p:bg>
      <p:bgPr>
        <a:solidFill>
          <a:schemeClr val="lt1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2"/>
          <p:cNvSpPr txBox="1"/>
          <p:nvPr>
            <p:ph type="title"/>
          </p:nvPr>
        </p:nvSpPr>
        <p:spPr>
          <a:xfrm>
            <a:off x="420625" y="994550"/>
            <a:ext cx="2935200" cy="315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highlight>
                  <a:schemeClr val="accent1"/>
                </a:highlight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3200"/>
              <a:buNone/>
              <a:defRPr sz="3200"/>
            </a:lvl9pPr>
          </a:lstStyle>
          <a:p/>
        </p:txBody>
      </p:sp>
      <p:cxnSp>
        <p:nvCxnSpPr>
          <p:cNvPr id="87" name="Google Shape;87;p32"/>
          <p:cNvCxnSpPr/>
          <p:nvPr/>
        </p:nvCxnSpPr>
        <p:spPr>
          <a:xfrm>
            <a:off x="3723680" y="1876175"/>
            <a:ext cx="0" cy="1380300"/>
          </a:xfrm>
          <a:prstGeom prst="straightConnector1">
            <a:avLst/>
          </a:prstGeom>
          <a:noFill/>
          <a:ln cap="flat" cmpd="sng" w="28575">
            <a:solidFill>
              <a:srgbClr val="FFC62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8" name="Google Shape;88;p32"/>
          <p:cNvSpPr txBox="1"/>
          <p:nvPr>
            <p:ph idx="1" type="body"/>
          </p:nvPr>
        </p:nvSpPr>
        <p:spPr>
          <a:xfrm>
            <a:off x="4197100" y="994550"/>
            <a:ext cx="4498800" cy="316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89" name="Google Shape;89;p3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2 Agenda slide">
  <p:cSld name="CUSTOM_20_1_3">
    <p:bg>
      <p:bgPr>
        <a:solidFill>
          <a:schemeClr val="dk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3"/>
          <p:cNvSpPr txBox="1"/>
          <p:nvPr>
            <p:ph type="title"/>
          </p:nvPr>
        </p:nvSpPr>
        <p:spPr>
          <a:xfrm>
            <a:off x="420625" y="994550"/>
            <a:ext cx="2935200" cy="315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/>
        </p:txBody>
      </p:sp>
      <p:sp>
        <p:nvSpPr>
          <p:cNvPr id="92" name="Google Shape;92;p33"/>
          <p:cNvSpPr txBox="1"/>
          <p:nvPr/>
        </p:nvSpPr>
        <p:spPr>
          <a:xfrm>
            <a:off x="3625600" y="1134525"/>
            <a:ext cx="1057200" cy="28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0"/>
              <a:buFont typeface="Arial"/>
              <a:buNone/>
            </a:pPr>
            <a:r>
              <a:rPr b="0" i="0" lang="en-US" sz="22500" u="none" cap="none" strike="noStrike">
                <a:solidFill>
                  <a:srgbClr val="FFC627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b="0" i="0" sz="1100" u="none" cap="none" strike="noStrike">
              <a:solidFill>
                <a:srgbClr val="FFC62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33"/>
          <p:cNvSpPr txBox="1"/>
          <p:nvPr>
            <p:ph idx="1" type="body"/>
          </p:nvPr>
        </p:nvSpPr>
        <p:spPr>
          <a:xfrm>
            <a:off x="5072075" y="1012025"/>
            <a:ext cx="3624000" cy="316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1pPr>
            <a:lvl2pPr indent="-3302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2pPr>
            <a:lvl3pPr indent="-3302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3pPr>
            <a:lvl4pPr indent="-3302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4pPr>
            <a:lvl5pPr indent="-3302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5pPr>
            <a:lvl6pPr indent="-3302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6pPr>
            <a:lvl7pPr indent="-3302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7pPr>
            <a:lvl8pPr indent="-3302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8pPr>
            <a:lvl9pPr indent="-3302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4" name="Google Shape;94;p3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3 Agenda slide">
  <p:cSld name="CUSTOM_31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4"/>
          <p:cNvSpPr txBox="1"/>
          <p:nvPr>
            <p:ph type="title"/>
          </p:nvPr>
        </p:nvSpPr>
        <p:spPr>
          <a:xfrm>
            <a:off x="420625" y="320050"/>
            <a:ext cx="8271600" cy="4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/>
        </p:txBody>
      </p:sp>
      <p:sp>
        <p:nvSpPr>
          <p:cNvPr id="97" name="Google Shape;97;p34"/>
          <p:cNvSpPr txBox="1"/>
          <p:nvPr>
            <p:ph idx="1" type="subTitle"/>
          </p:nvPr>
        </p:nvSpPr>
        <p:spPr>
          <a:xfrm>
            <a:off x="424450" y="756625"/>
            <a:ext cx="82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>
                <a:highlight>
                  <a:schemeClr val="accent1"/>
                </a:highlight>
              </a:defRPr>
            </a:lvl1pPr>
            <a:lvl2pPr lvl="1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>
                <a:highlight>
                  <a:schemeClr val="accent1"/>
                </a:highlight>
              </a:defRPr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>
                <a:highlight>
                  <a:schemeClr val="accent1"/>
                </a:highlight>
              </a:defRPr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>
                <a:highlight>
                  <a:schemeClr val="accent1"/>
                </a:highlight>
              </a:defRPr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>
                <a:highlight>
                  <a:schemeClr val="accent1"/>
                </a:highlight>
              </a:defRPr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>
                <a:highlight>
                  <a:schemeClr val="accent1"/>
                </a:highlight>
              </a:defRPr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>
                <a:highlight>
                  <a:schemeClr val="accent1"/>
                </a:highlight>
              </a:defRPr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>
                <a:highlight>
                  <a:schemeClr val="accent1"/>
                </a:highlight>
              </a:defRPr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600"/>
              <a:buNone/>
              <a:defRPr>
                <a:highlight>
                  <a:schemeClr val="accent1"/>
                </a:highlight>
              </a:defRPr>
            </a:lvl9pPr>
          </a:lstStyle>
          <a:p/>
        </p:txBody>
      </p:sp>
      <p:sp>
        <p:nvSpPr>
          <p:cNvPr id="98" name="Google Shape;98;p34"/>
          <p:cNvSpPr txBox="1"/>
          <p:nvPr>
            <p:ph idx="2" type="title"/>
          </p:nvPr>
        </p:nvSpPr>
        <p:spPr>
          <a:xfrm>
            <a:off x="420625" y="2569475"/>
            <a:ext cx="1587000" cy="4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highlight>
                  <a:schemeClr val="accent1"/>
                </a:highlight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/>
        </p:txBody>
      </p:sp>
      <p:sp>
        <p:nvSpPr>
          <p:cNvPr id="99" name="Google Shape;99;p34"/>
          <p:cNvSpPr txBox="1"/>
          <p:nvPr>
            <p:ph idx="3" type="body"/>
          </p:nvPr>
        </p:nvSpPr>
        <p:spPr>
          <a:xfrm>
            <a:off x="424600" y="3048850"/>
            <a:ext cx="1587000" cy="9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34"/>
          <p:cNvSpPr txBox="1"/>
          <p:nvPr>
            <p:ph idx="4" type="title"/>
          </p:nvPr>
        </p:nvSpPr>
        <p:spPr>
          <a:xfrm>
            <a:off x="2514600" y="2569475"/>
            <a:ext cx="1587000" cy="4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highlight>
                  <a:schemeClr val="accent1"/>
                </a:highlight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/>
        </p:txBody>
      </p:sp>
      <p:sp>
        <p:nvSpPr>
          <p:cNvPr id="101" name="Google Shape;101;p34"/>
          <p:cNvSpPr txBox="1"/>
          <p:nvPr>
            <p:ph idx="5" type="body"/>
          </p:nvPr>
        </p:nvSpPr>
        <p:spPr>
          <a:xfrm>
            <a:off x="2518575" y="3048850"/>
            <a:ext cx="1587000" cy="9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2" name="Google Shape;102;p34"/>
          <p:cNvSpPr txBox="1"/>
          <p:nvPr>
            <p:ph idx="6" type="title"/>
          </p:nvPr>
        </p:nvSpPr>
        <p:spPr>
          <a:xfrm>
            <a:off x="4608575" y="2569475"/>
            <a:ext cx="1587000" cy="4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highlight>
                  <a:schemeClr val="accent1"/>
                </a:highlight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/>
        </p:txBody>
      </p:sp>
      <p:sp>
        <p:nvSpPr>
          <p:cNvPr id="103" name="Google Shape;103;p34"/>
          <p:cNvSpPr txBox="1"/>
          <p:nvPr>
            <p:ph idx="7" type="body"/>
          </p:nvPr>
        </p:nvSpPr>
        <p:spPr>
          <a:xfrm>
            <a:off x="4612550" y="3048850"/>
            <a:ext cx="1587000" cy="9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4" name="Google Shape;104;p34"/>
          <p:cNvSpPr txBox="1"/>
          <p:nvPr>
            <p:ph idx="8" type="title"/>
          </p:nvPr>
        </p:nvSpPr>
        <p:spPr>
          <a:xfrm>
            <a:off x="6702550" y="2569475"/>
            <a:ext cx="1587000" cy="4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highlight>
                  <a:schemeClr val="accent1"/>
                </a:highlight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/>
        </p:txBody>
      </p:sp>
      <p:sp>
        <p:nvSpPr>
          <p:cNvPr id="105" name="Google Shape;105;p34"/>
          <p:cNvSpPr txBox="1"/>
          <p:nvPr>
            <p:ph idx="9" type="body"/>
          </p:nvPr>
        </p:nvSpPr>
        <p:spPr>
          <a:xfrm>
            <a:off x="6706525" y="3048850"/>
            <a:ext cx="1587000" cy="9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6" name="Google Shape;106;p3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Person feature slide options →">
  <p:cSld name="CUSTOM_21_1_1">
    <p:bg>
      <p:bgPr>
        <a:solidFill>
          <a:schemeClr val="accent5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5"/>
          <p:cNvSpPr txBox="1"/>
          <p:nvPr/>
        </p:nvSpPr>
        <p:spPr>
          <a:xfrm>
            <a:off x="2411725" y="1075653"/>
            <a:ext cx="6288300" cy="29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rgbClr val="FFFFFF"/>
                </a:solidFill>
                <a:highlight>
                  <a:srgbClr val="191919"/>
                </a:highlight>
                <a:latin typeface="Arial"/>
                <a:ea typeface="Arial"/>
                <a:cs typeface="Arial"/>
                <a:sym typeface="Arial"/>
              </a:rPr>
              <a:t>People and presenter  feature slides</a:t>
            </a:r>
            <a:endParaRPr b="1" i="0" sz="7200" u="none" cap="none" strike="noStrike">
              <a:solidFill>
                <a:srgbClr val="FFFFFF"/>
              </a:solidFill>
              <a:highlight>
                <a:srgbClr val="191919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35"/>
          <p:cNvSpPr/>
          <p:nvPr/>
        </p:nvSpPr>
        <p:spPr>
          <a:xfrm>
            <a:off x="0" y="0"/>
            <a:ext cx="2168400" cy="5143500"/>
          </a:xfrm>
          <a:prstGeom prst="rightArrowCallout">
            <a:avLst>
              <a:gd fmla="val 25000" name="adj1"/>
              <a:gd fmla="val 25000" name="adj2"/>
              <a:gd fmla="val 25000" name="adj3"/>
              <a:gd fmla="val 64977" name="adj4"/>
            </a:avLst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3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Person feature slide - 4 person">
  <p:cSld name="CUSTOM_23_1_1_1_1_1_1_2_1_1_1_1_2_1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6"/>
          <p:cNvSpPr/>
          <p:nvPr>
            <p:ph idx="2" type="pic"/>
          </p:nvPr>
        </p:nvSpPr>
        <p:spPr>
          <a:xfrm>
            <a:off x="424902" y="1331576"/>
            <a:ext cx="1586700" cy="1586700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36"/>
          <p:cNvSpPr txBox="1"/>
          <p:nvPr>
            <p:ph idx="1" type="body"/>
          </p:nvPr>
        </p:nvSpPr>
        <p:spPr>
          <a:xfrm>
            <a:off x="423275" y="3127975"/>
            <a:ext cx="18282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3302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b="1" i="0" u="none" cap="none" strike="noStrike">
                <a:solidFill>
                  <a:srgbClr val="000000"/>
                </a:solidFill>
                <a:highlight>
                  <a:schemeClr val="accent1"/>
                </a:highlight>
              </a:defRPr>
            </a:lvl1pPr>
            <a:lvl2pPr indent="-330200" lvl="1" marL="914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i="0" u="none" cap="none" strike="noStrike">
                <a:solidFill>
                  <a:srgbClr val="000000"/>
                </a:solidFill>
                <a:highlight>
                  <a:schemeClr val="accent1"/>
                </a:highlight>
              </a:defRPr>
            </a:lvl2pPr>
            <a:lvl3pPr indent="-330200" lvl="2" marL="1371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i="0" u="none" cap="none" strike="noStrike">
                <a:solidFill>
                  <a:srgbClr val="000000"/>
                </a:solidFill>
                <a:highlight>
                  <a:schemeClr val="accent1"/>
                </a:highlight>
              </a:defRPr>
            </a:lvl3pPr>
            <a:lvl4pPr indent="-330200" lvl="3" marL="1828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i="0" u="none" cap="none" strike="noStrike">
                <a:solidFill>
                  <a:srgbClr val="000000"/>
                </a:solidFill>
                <a:highlight>
                  <a:schemeClr val="accent1"/>
                </a:highlight>
              </a:defRPr>
            </a:lvl4pPr>
            <a:lvl5pPr indent="-330200" lvl="4" marL="22860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i="0" u="none" cap="none" strike="noStrike">
                <a:solidFill>
                  <a:srgbClr val="000000"/>
                </a:solidFill>
                <a:highlight>
                  <a:schemeClr val="accent1"/>
                </a:highlight>
              </a:defRPr>
            </a:lvl5pPr>
            <a:lvl6pPr indent="-3302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i="0" u="none" cap="none" strike="noStrike">
                <a:solidFill>
                  <a:srgbClr val="000000"/>
                </a:solidFill>
                <a:highlight>
                  <a:schemeClr val="accent1"/>
                </a:highlight>
              </a:defRPr>
            </a:lvl6pPr>
            <a:lvl7pPr indent="-3302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i="0" u="none" cap="none" strike="noStrike">
                <a:solidFill>
                  <a:srgbClr val="000000"/>
                </a:solidFill>
                <a:highlight>
                  <a:schemeClr val="accent1"/>
                </a:highlight>
              </a:defRPr>
            </a:lvl7pPr>
            <a:lvl8pPr indent="-3302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i="0" u="none" cap="none" strike="noStrike">
                <a:solidFill>
                  <a:srgbClr val="000000"/>
                </a:solidFill>
                <a:highlight>
                  <a:schemeClr val="accent1"/>
                </a:highlight>
              </a:defRPr>
            </a:lvl8pPr>
            <a:lvl9pPr indent="-3302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600"/>
              <a:buChar char="■"/>
              <a:defRPr i="0" u="none" cap="none" strike="noStrike">
                <a:solidFill>
                  <a:srgbClr val="000000"/>
                </a:solidFill>
                <a:highlight>
                  <a:schemeClr val="accent1"/>
                </a:highlight>
              </a:defRPr>
            </a:lvl9pPr>
          </a:lstStyle>
          <a:p/>
        </p:txBody>
      </p:sp>
      <p:sp>
        <p:nvSpPr>
          <p:cNvPr id="114" name="Google Shape;114;p36"/>
          <p:cNvSpPr/>
          <p:nvPr>
            <p:ph idx="3" type="pic"/>
          </p:nvPr>
        </p:nvSpPr>
        <p:spPr>
          <a:xfrm>
            <a:off x="2516227" y="1331576"/>
            <a:ext cx="1586700" cy="1586700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36"/>
          <p:cNvSpPr/>
          <p:nvPr>
            <p:ph idx="4" type="pic"/>
          </p:nvPr>
        </p:nvSpPr>
        <p:spPr>
          <a:xfrm>
            <a:off x="4607552" y="1331576"/>
            <a:ext cx="1586700" cy="1586700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36"/>
          <p:cNvSpPr/>
          <p:nvPr>
            <p:ph idx="5" type="pic"/>
          </p:nvPr>
        </p:nvSpPr>
        <p:spPr>
          <a:xfrm>
            <a:off x="6698877" y="1331576"/>
            <a:ext cx="1586700" cy="1586700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36"/>
          <p:cNvSpPr txBox="1"/>
          <p:nvPr>
            <p:ph idx="6" type="body"/>
          </p:nvPr>
        </p:nvSpPr>
        <p:spPr>
          <a:xfrm>
            <a:off x="423275" y="3431800"/>
            <a:ext cx="1828200" cy="11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048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i="0" sz="1200" u="none" cap="none" strike="noStrike">
                <a:solidFill>
                  <a:srgbClr val="000000"/>
                </a:solidFill>
              </a:defRPr>
            </a:lvl1pPr>
            <a:lvl2pPr indent="-304800" lvl="1" marL="914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i="0" sz="1200" u="none" cap="none" strike="noStrike">
                <a:solidFill>
                  <a:srgbClr val="000000"/>
                </a:solidFill>
              </a:defRPr>
            </a:lvl2pPr>
            <a:lvl3pPr indent="-304800" lvl="2" marL="1371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i="0" sz="1200" u="none" cap="none" strike="noStrike">
                <a:solidFill>
                  <a:srgbClr val="000000"/>
                </a:solidFill>
              </a:defRPr>
            </a:lvl3pPr>
            <a:lvl4pPr indent="-304800" lvl="3" marL="1828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i="0" sz="1200" u="none" cap="none" strike="noStrike">
                <a:solidFill>
                  <a:srgbClr val="000000"/>
                </a:solidFill>
              </a:defRPr>
            </a:lvl4pPr>
            <a:lvl5pPr indent="-304800" lvl="4" marL="22860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i="0" sz="1200" u="none" cap="none" strike="noStrike">
                <a:solidFill>
                  <a:srgbClr val="000000"/>
                </a:solidFill>
              </a:defRPr>
            </a:lvl5pPr>
            <a:lvl6pPr indent="-3048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i="0" sz="1200" u="none" cap="none" strike="noStrike">
                <a:solidFill>
                  <a:srgbClr val="000000"/>
                </a:solidFill>
              </a:defRPr>
            </a:lvl6pPr>
            <a:lvl7pPr indent="-3048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i="0" sz="1200" u="none" cap="none" strike="noStrike">
                <a:solidFill>
                  <a:srgbClr val="000000"/>
                </a:solidFill>
              </a:defRPr>
            </a:lvl7pPr>
            <a:lvl8pPr indent="-3048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i="0" sz="1200" u="none" cap="none" strike="noStrike">
                <a:solidFill>
                  <a:srgbClr val="000000"/>
                </a:solidFill>
              </a:defRPr>
            </a:lvl8pPr>
            <a:lvl9pPr indent="-3048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200"/>
              <a:buChar char="■"/>
              <a:defRPr i="0" sz="1200" u="none" cap="none" strike="noStrike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118" name="Google Shape;118;p36"/>
          <p:cNvSpPr txBox="1"/>
          <p:nvPr>
            <p:ph idx="7" type="body"/>
          </p:nvPr>
        </p:nvSpPr>
        <p:spPr>
          <a:xfrm>
            <a:off x="2516225" y="3127975"/>
            <a:ext cx="18282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3302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b="1" i="0" u="none" cap="none" strike="noStrike">
                <a:solidFill>
                  <a:srgbClr val="000000"/>
                </a:solidFill>
                <a:highlight>
                  <a:schemeClr val="accent1"/>
                </a:highlight>
              </a:defRPr>
            </a:lvl1pPr>
            <a:lvl2pPr indent="-330200" lvl="1" marL="914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i="0" u="none" cap="none" strike="noStrike">
                <a:solidFill>
                  <a:srgbClr val="000000"/>
                </a:solidFill>
                <a:highlight>
                  <a:schemeClr val="accent1"/>
                </a:highlight>
              </a:defRPr>
            </a:lvl2pPr>
            <a:lvl3pPr indent="-330200" lvl="2" marL="1371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i="0" u="none" cap="none" strike="noStrike">
                <a:solidFill>
                  <a:srgbClr val="000000"/>
                </a:solidFill>
                <a:highlight>
                  <a:schemeClr val="accent1"/>
                </a:highlight>
              </a:defRPr>
            </a:lvl3pPr>
            <a:lvl4pPr indent="-330200" lvl="3" marL="1828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i="0" u="none" cap="none" strike="noStrike">
                <a:solidFill>
                  <a:srgbClr val="000000"/>
                </a:solidFill>
                <a:highlight>
                  <a:schemeClr val="accent1"/>
                </a:highlight>
              </a:defRPr>
            </a:lvl4pPr>
            <a:lvl5pPr indent="-330200" lvl="4" marL="22860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i="0" u="none" cap="none" strike="noStrike">
                <a:solidFill>
                  <a:srgbClr val="000000"/>
                </a:solidFill>
                <a:highlight>
                  <a:schemeClr val="accent1"/>
                </a:highlight>
              </a:defRPr>
            </a:lvl5pPr>
            <a:lvl6pPr indent="-3302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i="0" u="none" cap="none" strike="noStrike">
                <a:solidFill>
                  <a:srgbClr val="000000"/>
                </a:solidFill>
                <a:highlight>
                  <a:schemeClr val="accent1"/>
                </a:highlight>
              </a:defRPr>
            </a:lvl6pPr>
            <a:lvl7pPr indent="-3302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i="0" u="none" cap="none" strike="noStrike">
                <a:solidFill>
                  <a:srgbClr val="000000"/>
                </a:solidFill>
                <a:highlight>
                  <a:schemeClr val="accent1"/>
                </a:highlight>
              </a:defRPr>
            </a:lvl7pPr>
            <a:lvl8pPr indent="-3302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i="0" u="none" cap="none" strike="noStrike">
                <a:solidFill>
                  <a:srgbClr val="000000"/>
                </a:solidFill>
                <a:highlight>
                  <a:schemeClr val="accent1"/>
                </a:highlight>
              </a:defRPr>
            </a:lvl8pPr>
            <a:lvl9pPr indent="-3302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600"/>
              <a:buChar char="■"/>
              <a:defRPr i="0" u="none" cap="none" strike="noStrike">
                <a:solidFill>
                  <a:srgbClr val="000000"/>
                </a:solidFill>
                <a:highlight>
                  <a:schemeClr val="accent1"/>
                </a:highlight>
              </a:defRPr>
            </a:lvl9pPr>
          </a:lstStyle>
          <a:p/>
        </p:txBody>
      </p:sp>
      <p:sp>
        <p:nvSpPr>
          <p:cNvPr id="119" name="Google Shape;119;p36"/>
          <p:cNvSpPr txBox="1"/>
          <p:nvPr>
            <p:ph idx="8" type="body"/>
          </p:nvPr>
        </p:nvSpPr>
        <p:spPr>
          <a:xfrm>
            <a:off x="2516225" y="3431800"/>
            <a:ext cx="1828200" cy="11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048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i="0" sz="1200" u="none" cap="none" strike="noStrike">
                <a:solidFill>
                  <a:srgbClr val="000000"/>
                </a:solidFill>
              </a:defRPr>
            </a:lvl1pPr>
            <a:lvl2pPr indent="-304800" lvl="1" marL="914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i="0" sz="1200" u="none" cap="none" strike="noStrike">
                <a:solidFill>
                  <a:srgbClr val="000000"/>
                </a:solidFill>
              </a:defRPr>
            </a:lvl2pPr>
            <a:lvl3pPr indent="-304800" lvl="2" marL="1371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i="0" sz="1200" u="none" cap="none" strike="noStrike">
                <a:solidFill>
                  <a:srgbClr val="000000"/>
                </a:solidFill>
              </a:defRPr>
            </a:lvl3pPr>
            <a:lvl4pPr indent="-304800" lvl="3" marL="1828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i="0" sz="1200" u="none" cap="none" strike="noStrike">
                <a:solidFill>
                  <a:srgbClr val="000000"/>
                </a:solidFill>
              </a:defRPr>
            </a:lvl4pPr>
            <a:lvl5pPr indent="-304800" lvl="4" marL="22860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i="0" sz="1200" u="none" cap="none" strike="noStrike">
                <a:solidFill>
                  <a:srgbClr val="000000"/>
                </a:solidFill>
              </a:defRPr>
            </a:lvl5pPr>
            <a:lvl6pPr indent="-3048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i="0" sz="1200" u="none" cap="none" strike="noStrike">
                <a:solidFill>
                  <a:srgbClr val="000000"/>
                </a:solidFill>
              </a:defRPr>
            </a:lvl6pPr>
            <a:lvl7pPr indent="-3048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i="0" sz="1200" u="none" cap="none" strike="noStrike">
                <a:solidFill>
                  <a:srgbClr val="000000"/>
                </a:solidFill>
              </a:defRPr>
            </a:lvl7pPr>
            <a:lvl8pPr indent="-3048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i="0" sz="1200" u="none" cap="none" strike="noStrike">
                <a:solidFill>
                  <a:srgbClr val="000000"/>
                </a:solidFill>
              </a:defRPr>
            </a:lvl8pPr>
            <a:lvl9pPr indent="-3048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200"/>
              <a:buChar char="■"/>
              <a:defRPr i="0" sz="1200" u="none" cap="none" strike="noStrike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120" name="Google Shape;120;p36"/>
          <p:cNvSpPr txBox="1"/>
          <p:nvPr>
            <p:ph idx="9" type="body"/>
          </p:nvPr>
        </p:nvSpPr>
        <p:spPr>
          <a:xfrm>
            <a:off x="4609175" y="3127975"/>
            <a:ext cx="18282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3302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b="1" i="0" u="none" cap="none" strike="noStrike">
                <a:solidFill>
                  <a:srgbClr val="000000"/>
                </a:solidFill>
                <a:highlight>
                  <a:schemeClr val="accent1"/>
                </a:highlight>
              </a:defRPr>
            </a:lvl1pPr>
            <a:lvl2pPr indent="-330200" lvl="1" marL="914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i="0" u="none" cap="none" strike="noStrike">
                <a:solidFill>
                  <a:srgbClr val="000000"/>
                </a:solidFill>
                <a:highlight>
                  <a:schemeClr val="accent1"/>
                </a:highlight>
              </a:defRPr>
            </a:lvl2pPr>
            <a:lvl3pPr indent="-330200" lvl="2" marL="1371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i="0" u="none" cap="none" strike="noStrike">
                <a:solidFill>
                  <a:srgbClr val="000000"/>
                </a:solidFill>
                <a:highlight>
                  <a:schemeClr val="accent1"/>
                </a:highlight>
              </a:defRPr>
            </a:lvl3pPr>
            <a:lvl4pPr indent="-330200" lvl="3" marL="1828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i="0" u="none" cap="none" strike="noStrike">
                <a:solidFill>
                  <a:srgbClr val="000000"/>
                </a:solidFill>
                <a:highlight>
                  <a:schemeClr val="accent1"/>
                </a:highlight>
              </a:defRPr>
            </a:lvl4pPr>
            <a:lvl5pPr indent="-330200" lvl="4" marL="22860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i="0" u="none" cap="none" strike="noStrike">
                <a:solidFill>
                  <a:srgbClr val="000000"/>
                </a:solidFill>
                <a:highlight>
                  <a:schemeClr val="accent1"/>
                </a:highlight>
              </a:defRPr>
            </a:lvl5pPr>
            <a:lvl6pPr indent="-3302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i="0" u="none" cap="none" strike="noStrike">
                <a:solidFill>
                  <a:srgbClr val="000000"/>
                </a:solidFill>
                <a:highlight>
                  <a:schemeClr val="accent1"/>
                </a:highlight>
              </a:defRPr>
            </a:lvl6pPr>
            <a:lvl7pPr indent="-3302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i="0" u="none" cap="none" strike="noStrike">
                <a:solidFill>
                  <a:srgbClr val="000000"/>
                </a:solidFill>
                <a:highlight>
                  <a:schemeClr val="accent1"/>
                </a:highlight>
              </a:defRPr>
            </a:lvl7pPr>
            <a:lvl8pPr indent="-3302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i="0" u="none" cap="none" strike="noStrike">
                <a:solidFill>
                  <a:srgbClr val="000000"/>
                </a:solidFill>
                <a:highlight>
                  <a:schemeClr val="accent1"/>
                </a:highlight>
              </a:defRPr>
            </a:lvl8pPr>
            <a:lvl9pPr indent="-3302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600"/>
              <a:buChar char="■"/>
              <a:defRPr i="0" u="none" cap="none" strike="noStrike">
                <a:solidFill>
                  <a:srgbClr val="000000"/>
                </a:solidFill>
                <a:highlight>
                  <a:schemeClr val="accent1"/>
                </a:highlight>
              </a:defRPr>
            </a:lvl9pPr>
          </a:lstStyle>
          <a:p/>
        </p:txBody>
      </p:sp>
      <p:sp>
        <p:nvSpPr>
          <p:cNvPr id="121" name="Google Shape;121;p36"/>
          <p:cNvSpPr txBox="1"/>
          <p:nvPr>
            <p:ph idx="13" type="body"/>
          </p:nvPr>
        </p:nvSpPr>
        <p:spPr>
          <a:xfrm>
            <a:off x="4609175" y="3431800"/>
            <a:ext cx="1828200" cy="11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048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i="0" sz="1200" u="none" cap="none" strike="noStrike">
                <a:solidFill>
                  <a:srgbClr val="000000"/>
                </a:solidFill>
              </a:defRPr>
            </a:lvl1pPr>
            <a:lvl2pPr indent="-304800" lvl="1" marL="914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i="0" sz="1200" u="none" cap="none" strike="noStrike">
                <a:solidFill>
                  <a:srgbClr val="000000"/>
                </a:solidFill>
              </a:defRPr>
            </a:lvl2pPr>
            <a:lvl3pPr indent="-304800" lvl="2" marL="1371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i="0" sz="1200" u="none" cap="none" strike="noStrike">
                <a:solidFill>
                  <a:srgbClr val="000000"/>
                </a:solidFill>
              </a:defRPr>
            </a:lvl3pPr>
            <a:lvl4pPr indent="-304800" lvl="3" marL="1828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i="0" sz="1200" u="none" cap="none" strike="noStrike">
                <a:solidFill>
                  <a:srgbClr val="000000"/>
                </a:solidFill>
              </a:defRPr>
            </a:lvl4pPr>
            <a:lvl5pPr indent="-304800" lvl="4" marL="22860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i="0" sz="1200" u="none" cap="none" strike="noStrike">
                <a:solidFill>
                  <a:srgbClr val="000000"/>
                </a:solidFill>
              </a:defRPr>
            </a:lvl5pPr>
            <a:lvl6pPr indent="-3048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i="0" sz="1200" u="none" cap="none" strike="noStrike">
                <a:solidFill>
                  <a:srgbClr val="000000"/>
                </a:solidFill>
              </a:defRPr>
            </a:lvl6pPr>
            <a:lvl7pPr indent="-3048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i="0" sz="1200" u="none" cap="none" strike="noStrike">
                <a:solidFill>
                  <a:srgbClr val="000000"/>
                </a:solidFill>
              </a:defRPr>
            </a:lvl7pPr>
            <a:lvl8pPr indent="-3048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i="0" sz="1200" u="none" cap="none" strike="noStrike">
                <a:solidFill>
                  <a:srgbClr val="000000"/>
                </a:solidFill>
              </a:defRPr>
            </a:lvl8pPr>
            <a:lvl9pPr indent="-3048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200"/>
              <a:buChar char="■"/>
              <a:defRPr i="0" sz="1200" u="none" cap="none" strike="noStrike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122" name="Google Shape;122;p36"/>
          <p:cNvSpPr txBox="1"/>
          <p:nvPr>
            <p:ph idx="14" type="body"/>
          </p:nvPr>
        </p:nvSpPr>
        <p:spPr>
          <a:xfrm>
            <a:off x="6702125" y="3127975"/>
            <a:ext cx="18282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3302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b="1" i="0" u="none" cap="none" strike="noStrike">
                <a:solidFill>
                  <a:srgbClr val="000000"/>
                </a:solidFill>
                <a:highlight>
                  <a:schemeClr val="accent1"/>
                </a:highlight>
              </a:defRPr>
            </a:lvl1pPr>
            <a:lvl2pPr indent="-330200" lvl="1" marL="914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i="0" u="none" cap="none" strike="noStrike">
                <a:solidFill>
                  <a:srgbClr val="000000"/>
                </a:solidFill>
                <a:highlight>
                  <a:schemeClr val="accent1"/>
                </a:highlight>
              </a:defRPr>
            </a:lvl2pPr>
            <a:lvl3pPr indent="-330200" lvl="2" marL="1371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i="0" u="none" cap="none" strike="noStrike">
                <a:solidFill>
                  <a:srgbClr val="000000"/>
                </a:solidFill>
                <a:highlight>
                  <a:schemeClr val="accent1"/>
                </a:highlight>
              </a:defRPr>
            </a:lvl3pPr>
            <a:lvl4pPr indent="-330200" lvl="3" marL="1828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i="0" u="none" cap="none" strike="noStrike">
                <a:solidFill>
                  <a:srgbClr val="000000"/>
                </a:solidFill>
                <a:highlight>
                  <a:schemeClr val="accent1"/>
                </a:highlight>
              </a:defRPr>
            </a:lvl4pPr>
            <a:lvl5pPr indent="-330200" lvl="4" marL="22860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i="0" u="none" cap="none" strike="noStrike">
                <a:solidFill>
                  <a:srgbClr val="000000"/>
                </a:solidFill>
                <a:highlight>
                  <a:schemeClr val="accent1"/>
                </a:highlight>
              </a:defRPr>
            </a:lvl5pPr>
            <a:lvl6pPr indent="-3302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i="0" u="none" cap="none" strike="noStrike">
                <a:solidFill>
                  <a:srgbClr val="000000"/>
                </a:solidFill>
                <a:highlight>
                  <a:schemeClr val="accent1"/>
                </a:highlight>
              </a:defRPr>
            </a:lvl6pPr>
            <a:lvl7pPr indent="-3302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i="0" u="none" cap="none" strike="noStrike">
                <a:solidFill>
                  <a:srgbClr val="000000"/>
                </a:solidFill>
                <a:highlight>
                  <a:schemeClr val="accent1"/>
                </a:highlight>
              </a:defRPr>
            </a:lvl7pPr>
            <a:lvl8pPr indent="-3302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i="0" u="none" cap="none" strike="noStrike">
                <a:solidFill>
                  <a:srgbClr val="000000"/>
                </a:solidFill>
                <a:highlight>
                  <a:schemeClr val="accent1"/>
                </a:highlight>
              </a:defRPr>
            </a:lvl8pPr>
            <a:lvl9pPr indent="-3302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600"/>
              <a:buChar char="■"/>
              <a:defRPr i="0" u="none" cap="none" strike="noStrike">
                <a:solidFill>
                  <a:srgbClr val="000000"/>
                </a:solidFill>
                <a:highlight>
                  <a:schemeClr val="accent1"/>
                </a:highlight>
              </a:defRPr>
            </a:lvl9pPr>
          </a:lstStyle>
          <a:p/>
        </p:txBody>
      </p:sp>
      <p:sp>
        <p:nvSpPr>
          <p:cNvPr id="123" name="Google Shape;123;p36"/>
          <p:cNvSpPr txBox="1"/>
          <p:nvPr>
            <p:ph idx="15" type="body"/>
          </p:nvPr>
        </p:nvSpPr>
        <p:spPr>
          <a:xfrm>
            <a:off x="6702125" y="3431800"/>
            <a:ext cx="1828200" cy="11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048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i="0" sz="1200" u="none" cap="none" strike="noStrike">
                <a:solidFill>
                  <a:srgbClr val="000000"/>
                </a:solidFill>
              </a:defRPr>
            </a:lvl1pPr>
            <a:lvl2pPr indent="-304800" lvl="1" marL="914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i="0" sz="1200" u="none" cap="none" strike="noStrike">
                <a:solidFill>
                  <a:srgbClr val="000000"/>
                </a:solidFill>
              </a:defRPr>
            </a:lvl2pPr>
            <a:lvl3pPr indent="-304800" lvl="2" marL="1371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i="0" sz="1200" u="none" cap="none" strike="noStrike">
                <a:solidFill>
                  <a:srgbClr val="000000"/>
                </a:solidFill>
              </a:defRPr>
            </a:lvl3pPr>
            <a:lvl4pPr indent="-304800" lvl="3" marL="1828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i="0" sz="1200" u="none" cap="none" strike="noStrike">
                <a:solidFill>
                  <a:srgbClr val="000000"/>
                </a:solidFill>
              </a:defRPr>
            </a:lvl4pPr>
            <a:lvl5pPr indent="-304800" lvl="4" marL="22860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i="0" sz="1200" u="none" cap="none" strike="noStrike">
                <a:solidFill>
                  <a:srgbClr val="000000"/>
                </a:solidFill>
              </a:defRPr>
            </a:lvl5pPr>
            <a:lvl6pPr indent="-3048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i="0" sz="1200" u="none" cap="none" strike="noStrike">
                <a:solidFill>
                  <a:srgbClr val="000000"/>
                </a:solidFill>
              </a:defRPr>
            </a:lvl6pPr>
            <a:lvl7pPr indent="-3048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i="0" sz="1200" u="none" cap="none" strike="noStrike">
                <a:solidFill>
                  <a:srgbClr val="000000"/>
                </a:solidFill>
              </a:defRPr>
            </a:lvl7pPr>
            <a:lvl8pPr indent="-3048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i="0" sz="1200" u="none" cap="none" strike="noStrike">
                <a:solidFill>
                  <a:srgbClr val="000000"/>
                </a:solidFill>
              </a:defRPr>
            </a:lvl8pPr>
            <a:lvl9pPr indent="-3048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200"/>
              <a:buChar char="■"/>
              <a:defRPr i="0" sz="1200" u="none" cap="none" strike="noStrike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124" name="Google Shape;124;p36"/>
          <p:cNvSpPr txBox="1"/>
          <p:nvPr>
            <p:ph type="title"/>
          </p:nvPr>
        </p:nvSpPr>
        <p:spPr>
          <a:xfrm>
            <a:off x="420625" y="320050"/>
            <a:ext cx="8271600" cy="4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highlight>
                  <a:schemeClr val="accent1"/>
                </a:highlight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/>
        </p:txBody>
      </p:sp>
      <p:sp>
        <p:nvSpPr>
          <p:cNvPr id="125" name="Google Shape;125;p36"/>
          <p:cNvSpPr txBox="1"/>
          <p:nvPr>
            <p:ph idx="16" type="subTitle"/>
          </p:nvPr>
        </p:nvSpPr>
        <p:spPr>
          <a:xfrm>
            <a:off x="424450" y="756625"/>
            <a:ext cx="82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  <a:highlight>
                  <a:schemeClr val="dk1"/>
                </a:highlight>
              </a:defRPr>
            </a:lvl1pPr>
            <a:lvl2pPr lvl="1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/>
        </p:txBody>
      </p:sp>
      <p:sp>
        <p:nvSpPr>
          <p:cNvPr id="126" name="Google Shape;126;p3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Person feature slide - 8 person">
  <p:cSld name="CUSTOM_23_1_1_1_1_1_1_2_1_1_1_1_2_1_1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7"/>
          <p:cNvSpPr/>
          <p:nvPr>
            <p:ph idx="2" type="pic"/>
          </p:nvPr>
        </p:nvSpPr>
        <p:spPr>
          <a:xfrm>
            <a:off x="424901" y="1197251"/>
            <a:ext cx="736500" cy="736500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37"/>
          <p:cNvSpPr txBox="1"/>
          <p:nvPr>
            <p:ph idx="1" type="body"/>
          </p:nvPr>
        </p:nvSpPr>
        <p:spPr>
          <a:xfrm>
            <a:off x="423275" y="2021200"/>
            <a:ext cx="19908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b="1" i="0" sz="1200" u="none" cap="none" strike="noStrike">
                <a:solidFill>
                  <a:srgbClr val="000000"/>
                </a:solidFill>
                <a:highlight>
                  <a:schemeClr val="accent1"/>
                </a:highlight>
              </a:defRPr>
            </a:lvl1pPr>
            <a:lvl2pPr indent="-304800" lvl="1" marL="914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b="1" i="0" sz="1200" u="none" cap="none" strike="noStrike">
                <a:solidFill>
                  <a:srgbClr val="000000"/>
                </a:solidFill>
                <a:highlight>
                  <a:schemeClr val="accent1"/>
                </a:highlight>
              </a:defRPr>
            </a:lvl2pPr>
            <a:lvl3pPr indent="-304800" lvl="2" marL="1371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b="1" i="0" sz="1200" u="none" cap="none" strike="noStrike">
                <a:solidFill>
                  <a:srgbClr val="000000"/>
                </a:solidFill>
                <a:highlight>
                  <a:schemeClr val="accent1"/>
                </a:highlight>
              </a:defRPr>
            </a:lvl3pPr>
            <a:lvl4pPr indent="-304800" lvl="3" marL="1828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b="1" i="0" sz="1200" u="none" cap="none" strike="noStrike">
                <a:solidFill>
                  <a:srgbClr val="000000"/>
                </a:solidFill>
                <a:highlight>
                  <a:schemeClr val="accent1"/>
                </a:highlight>
              </a:defRPr>
            </a:lvl4pPr>
            <a:lvl5pPr indent="-304800" lvl="4" marL="22860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b="1" i="0" sz="1200" u="none" cap="none" strike="noStrike">
                <a:solidFill>
                  <a:srgbClr val="000000"/>
                </a:solidFill>
                <a:highlight>
                  <a:schemeClr val="accent1"/>
                </a:highlight>
              </a:defRPr>
            </a:lvl5pPr>
            <a:lvl6pPr indent="-3048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b="1" i="0" sz="1200" u="none" cap="none" strike="noStrike">
                <a:solidFill>
                  <a:srgbClr val="000000"/>
                </a:solidFill>
                <a:highlight>
                  <a:schemeClr val="accent1"/>
                </a:highlight>
              </a:defRPr>
            </a:lvl6pPr>
            <a:lvl7pPr indent="-3048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b="1" i="0" sz="1200" u="none" cap="none" strike="noStrike">
                <a:solidFill>
                  <a:srgbClr val="000000"/>
                </a:solidFill>
                <a:highlight>
                  <a:schemeClr val="accent1"/>
                </a:highlight>
              </a:defRPr>
            </a:lvl7pPr>
            <a:lvl8pPr indent="-3048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b="1" i="0" sz="1200" u="none" cap="none" strike="noStrike">
                <a:solidFill>
                  <a:srgbClr val="000000"/>
                </a:solidFill>
                <a:highlight>
                  <a:schemeClr val="accent1"/>
                </a:highlight>
              </a:defRPr>
            </a:lvl8pPr>
            <a:lvl9pPr indent="-3048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200"/>
              <a:buChar char="■"/>
              <a:defRPr b="1" i="0" sz="1200" u="none" cap="none" strike="noStrike">
                <a:solidFill>
                  <a:srgbClr val="000000"/>
                </a:solidFill>
                <a:highlight>
                  <a:schemeClr val="accent1"/>
                </a:highlight>
              </a:defRPr>
            </a:lvl9pPr>
          </a:lstStyle>
          <a:p/>
        </p:txBody>
      </p:sp>
      <p:sp>
        <p:nvSpPr>
          <p:cNvPr id="130" name="Google Shape;130;p37"/>
          <p:cNvSpPr/>
          <p:nvPr>
            <p:ph idx="3" type="pic"/>
          </p:nvPr>
        </p:nvSpPr>
        <p:spPr>
          <a:xfrm>
            <a:off x="2521314" y="1197251"/>
            <a:ext cx="736500" cy="736500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37"/>
          <p:cNvSpPr/>
          <p:nvPr>
            <p:ph idx="4" type="pic"/>
          </p:nvPr>
        </p:nvSpPr>
        <p:spPr>
          <a:xfrm>
            <a:off x="4617726" y="1197251"/>
            <a:ext cx="736500" cy="736500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37"/>
          <p:cNvSpPr/>
          <p:nvPr>
            <p:ph idx="5" type="pic"/>
          </p:nvPr>
        </p:nvSpPr>
        <p:spPr>
          <a:xfrm>
            <a:off x="6714126" y="1197251"/>
            <a:ext cx="736500" cy="736500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p37"/>
          <p:cNvSpPr/>
          <p:nvPr>
            <p:ph idx="6" type="pic"/>
          </p:nvPr>
        </p:nvSpPr>
        <p:spPr>
          <a:xfrm>
            <a:off x="424901" y="3028476"/>
            <a:ext cx="736500" cy="736500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p37"/>
          <p:cNvSpPr/>
          <p:nvPr>
            <p:ph idx="7" type="pic"/>
          </p:nvPr>
        </p:nvSpPr>
        <p:spPr>
          <a:xfrm>
            <a:off x="2521314" y="3028476"/>
            <a:ext cx="736500" cy="736500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37"/>
          <p:cNvSpPr/>
          <p:nvPr>
            <p:ph idx="8" type="pic"/>
          </p:nvPr>
        </p:nvSpPr>
        <p:spPr>
          <a:xfrm>
            <a:off x="4617726" y="3028476"/>
            <a:ext cx="736500" cy="736500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37"/>
          <p:cNvSpPr/>
          <p:nvPr>
            <p:ph idx="9" type="pic"/>
          </p:nvPr>
        </p:nvSpPr>
        <p:spPr>
          <a:xfrm>
            <a:off x="6714126" y="3028476"/>
            <a:ext cx="736500" cy="736500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37"/>
          <p:cNvSpPr txBox="1"/>
          <p:nvPr>
            <p:ph idx="13" type="body"/>
          </p:nvPr>
        </p:nvSpPr>
        <p:spPr>
          <a:xfrm>
            <a:off x="423275" y="2247400"/>
            <a:ext cx="19908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Char char="●"/>
              <a:defRPr i="0" sz="1000" u="none" cap="none" strike="noStrike">
                <a:solidFill>
                  <a:srgbClr val="000000"/>
                </a:solidFill>
              </a:defRPr>
            </a:lvl1pPr>
            <a:lvl2pPr indent="-292100" lvl="1" marL="914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○"/>
              <a:defRPr i="0" sz="1000" u="none" cap="none" strike="noStrike">
                <a:solidFill>
                  <a:srgbClr val="000000"/>
                </a:solidFill>
              </a:defRPr>
            </a:lvl2pPr>
            <a:lvl3pPr indent="-292100" lvl="2" marL="1371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■"/>
              <a:defRPr i="0" sz="1000" u="none" cap="none" strike="noStrike">
                <a:solidFill>
                  <a:srgbClr val="000000"/>
                </a:solidFill>
              </a:defRPr>
            </a:lvl3pPr>
            <a:lvl4pPr indent="-292100" lvl="3" marL="1828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●"/>
              <a:defRPr i="0" sz="1000" u="none" cap="none" strike="noStrike">
                <a:solidFill>
                  <a:srgbClr val="000000"/>
                </a:solidFill>
              </a:defRPr>
            </a:lvl4pPr>
            <a:lvl5pPr indent="-292100" lvl="4" marL="22860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○"/>
              <a:defRPr i="0" sz="1000" u="none" cap="none" strike="noStrike">
                <a:solidFill>
                  <a:srgbClr val="000000"/>
                </a:solidFill>
              </a:defRPr>
            </a:lvl5pPr>
            <a:lvl6pPr indent="-2921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■"/>
              <a:defRPr i="0" sz="1000" u="none" cap="none" strike="noStrike">
                <a:solidFill>
                  <a:srgbClr val="000000"/>
                </a:solidFill>
              </a:defRPr>
            </a:lvl6pPr>
            <a:lvl7pPr indent="-2921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●"/>
              <a:defRPr i="0" sz="1000" u="none" cap="none" strike="noStrike">
                <a:solidFill>
                  <a:srgbClr val="000000"/>
                </a:solidFill>
              </a:defRPr>
            </a:lvl7pPr>
            <a:lvl8pPr indent="-2921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○"/>
              <a:defRPr i="0" sz="1000" u="none" cap="none" strike="noStrike">
                <a:solidFill>
                  <a:srgbClr val="000000"/>
                </a:solidFill>
              </a:defRPr>
            </a:lvl8pPr>
            <a:lvl9pPr indent="-2921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000"/>
              <a:buChar char="■"/>
              <a:defRPr i="0" sz="1000" u="none" cap="none" strike="noStrike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138" name="Google Shape;138;p37"/>
          <p:cNvSpPr txBox="1"/>
          <p:nvPr>
            <p:ph idx="14" type="body"/>
          </p:nvPr>
        </p:nvSpPr>
        <p:spPr>
          <a:xfrm>
            <a:off x="2514600" y="2021200"/>
            <a:ext cx="19908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b="1" i="0" sz="1200" u="none" cap="none" strike="noStrike">
                <a:solidFill>
                  <a:srgbClr val="000000"/>
                </a:solidFill>
                <a:highlight>
                  <a:schemeClr val="accent1"/>
                </a:highlight>
              </a:defRPr>
            </a:lvl1pPr>
            <a:lvl2pPr indent="-304800" lvl="1" marL="914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b="1" i="0" sz="1200" u="none" cap="none" strike="noStrike">
                <a:solidFill>
                  <a:srgbClr val="000000"/>
                </a:solidFill>
                <a:highlight>
                  <a:schemeClr val="accent1"/>
                </a:highlight>
              </a:defRPr>
            </a:lvl2pPr>
            <a:lvl3pPr indent="-304800" lvl="2" marL="1371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b="1" i="0" sz="1200" u="none" cap="none" strike="noStrike">
                <a:solidFill>
                  <a:srgbClr val="000000"/>
                </a:solidFill>
                <a:highlight>
                  <a:schemeClr val="accent1"/>
                </a:highlight>
              </a:defRPr>
            </a:lvl3pPr>
            <a:lvl4pPr indent="-304800" lvl="3" marL="1828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b="1" i="0" sz="1200" u="none" cap="none" strike="noStrike">
                <a:solidFill>
                  <a:srgbClr val="000000"/>
                </a:solidFill>
                <a:highlight>
                  <a:schemeClr val="accent1"/>
                </a:highlight>
              </a:defRPr>
            </a:lvl4pPr>
            <a:lvl5pPr indent="-304800" lvl="4" marL="22860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b="1" i="0" sz="1200" u="none" cap="none" strike="noStrike">
                <a:solidFill>
                  <a:srgbClr val="000000"/>
                </a:solidFill>
                <a:highlight>
                  <a:schemeClr val="accent1"/>
                </a:highlight>
              </a:defRPr>
            </a:lvl5pPr>
            <a:lvl6pPr indent="-3048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b="1" i="0" sz="1200" u="none" cap="none" strike="noStrike">
                <a:solidFill>
                  <a:srgbClr val="000000"/>
                </a:solidFill>
                <a:highlight>
                  <a:schemeClr val="accent1"/>
                </a:highlight>
              </a:defRPr>
            </a:lvl6pPr>
            <a:lvl7pPr indent="-3048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b="1" i="0" sz="1200" u="none" cap="none" strike="noStrike">
                <a:solidFill>
                  <a:srgbClr val="000000"/>
                </a:solidFill>
                <a:highlight>
                  <a:schemeClr val="accent1"/>
                </a:highlight>
              </a:defRPr>
            </a:lvl7pPr>
            <a:lvl8pPr indent="-3048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b="1" i="0" sz="1200" u="none" cap="none" strike="noStrike">
                <a:solidFill>
                  <a:srgbClr val="000000"/>
                </a:solidFill>
                <a:highlight>
                  <a:schemeClr val="accent1"/>
                </a:highlight>
              </a:defRPr>
            </a:lvl8pPr>
            <a:lvl9pPr indent="-3048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200"/>
              <a:buChar char="■"/>
              <a:defRPr b="1" i="0" sz="1200" u="none" cap="none" strike="noStrike">
                <a:solidFill>
                  <a:srgbClr val="000000"/>
                </a:solidFill>
                <a:highlight>
                  <a:schemeClr val="accent1"/>
                </a:highlight>
              </a:defRPr>
            </a:lvl9pPr>
          </a:lstStyle>
          <a:p/>
        </p:txBody>
      </p:sp>
      <p:sp>
        <p:nvSpPr>
          <p:cNvPr id="139" name="Google Shape;139;p37"/>
          <p:cNvSpPr txBox="1"/>
          <p:nvPr>
            <p:ph idx="15" type="body"/>
          </p:nvPr>
        </p:nvSpPr>
        <p:spPr>
          <a:xfrm>
            <a:off x="2514600" y="2247400"/>
            <a:ext cx="19908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Char char="●"/>
              <a:defRPr i="0" sz="1000" u="none" cap="none" strike="noStrike">
                <a:solidFill>
                  <a:srgbClr val="000000"/>
                </a:solidFill>
              </a:defRPr>
            </a:lvl1pPr>
            <a:lvl2pPr indent="-292100" lvl="1" marL="914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○"/>
              <a:defRPr i="0" sz="1000" u="none" cap="none" strike="noStrike">
                <a:solidFill>
                  <a:srgbClr val="000000"/>
                </a:solidFill>
              </a:defRPr>
            </a:lvl2pPr>
            <a:lvl3pPr indent="-292100" lvl="2" marL="1371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■"/>
              <a:defRPr i="0" sz="1000" u="none" cap="none" strike="noStrike">
                <a:solidFill>
                  <a:srgbClr val="000000"/>
                </a:solidFill>
              </a:defRPr>
            </a:lvl3pPr>
            <a:lvl4pPr indent="-292100" lvl="3" marL="1828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●"/>
              <a:defRPr i="0" sz="1000" u="none" cap="none" strike="noStrike">
                <a:solidFill>
                  <a:srgbClr val="000000"/>
                </a:solidFill>
              </a:defRPr>
            </a:lvl4pPr>
            <a:lvl5pPr indent="-292100" lvl="4" marL="22860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○"/>
              <a:defRPr i="0" sz="1000" u="none" cap="none" strike="noStrike">
                <a:solidFill>
                  <a:srgbClr val="000000"/>
                </a:solidFill>
              </a:defRPr>
            </a:lvl5pPr>
            <a:lvl6pPr indent="-2921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■"/>
              <a:defRPr i="0" sz="1000" u="none" cap="none" strike="noStrike">
                <a:solidFill>
                  <a:srgbClr val="000000"/>
                </a:solidFill>
              </a:defRPr>
            </a:lvl6pPr>
            <a:lvl7pPr indent="-2921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●"/>
              <a:defRPr i="0" sz="1000" u="none" cap="none" strike="noStrike">
                <a:solidFill>
                  <a:srgbClr val="000000"/>
                </a:solidFill>
              </a:defRPr>
            </a:lvl7pPr>
            <a:lvl8pPr indent="-2921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○"/>
              <a:defRPr i="0" sz="1000" u="none" cap="none" strike="noStrike">
                <a:solidFill>
                  <a:srgbClr val="000000"/>
                </a:solidFill>
              </a:defRPr>
            </a:lvl8pPr>
            <a:lvl9pPr indent="-2921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000"/>
              <a:buChar char="■"/>
              <a:defRPr i="0" sz="1000" u="none" cap="none" strike="noStrike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140" name="Google Shape;140;p37"/>
          <p:cNvSpPr txBox="1"/>
          <p:nvPr>
            <p:ph idx="16" type="body"/>
          </p:nvPr>
        </p:nvSpPr>
        <p:spPr>
          <a:xfrm>
            <a:off x="4620300" y="2021200"/>
            <a:ext cx="19908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b="1" i="0" sz="1200" u="none" cap="none" strike="noStrike">
                <a:solidFill>
                  <a:srgbClr val="000000"/>
                </a:solidFill>
                <a:highlight>
                  <a:schemeClr val="accent1"/>
                </a:highlight>
              </a:defRPr>
            </a:lvl1pPr>
            <a:lvl2pPr indent="-304800" lvl="1" marL="914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b="1" i="0" sz="1200" u="none" cap="none" strike="noStrike">
                <a:solidFill>
                  <a:srgbClr val="000000"/>
                </a:solidFill>
                <a:highlight>
                  <a:schemeClr val="accent1"/>
                </a:highlight>
              </a:defRPr>
            </a:lvl2pPr>
            <a:lvl3pPr indent="-304800" lvl="2" marL="1371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b="1" i="0" sz="1200" u="none" cap="none" strike="noStrike">
                <a:solidFill>
                  <a:srgbClr val="000000"/>
                </a:solidFill>
                <a:highlight>
                  <a:schemeClr val="accent1"/>
                </a:highlight>
              </a:defRPr>
            </a:lvl3pPr>
            <a:lvl4pPr indent="-304800" lvl="3" marL="1828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b="1" i="0" sz="1200" u="none" cap="none" strike="noStrike">
                <a:solidFill>
                  <a:srgbClr val="000000"/>
                </a:solidFill>
                <a:highlight>
                  <a:schemeClr val="accent1"/>
                </a:highlight>
              </a:defRPr>
            </a:lvl4pPr>
            <a:lvl5pPr indent="-304800" lvl="4" marL="22860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b="1" i="0" sz="1200" u="none" cap="none" strike="noStrike">
                <a:solidFill>
                  <a:srgbClr val="000000"/>
                </a:solidFill>
                <a:highlight>
                  <a:schemeClr val="accent1"/>
                </a:highlight>
              </a:defRPr>
            </a:lvl5pPr>
            <a:lvl6pPr indent="-3048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b="1" i="0" sz="1200" u="none" cap="none" strike="noStrike">
                <a:solidFill>
                  <a:srgbClr val="000000"/>
                </a:solidFill>
                <a:highlight>
                  <a:schemeClr val="accent1"/>
                </a:highlight>
              </a:defRPr>
            </a:lvl6pPr>
            <a:lvl7pPr indent="-3048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b="1" i="0" sz="1200" u="none" cap="none" strike="noStrike">
                <a:solidFill>
                  <a:srgbClr val="000000"/>
                </a:solidFill>
                <a:highlight>
                  <a:schemeClr val="accent1"/>
                </a:highlight>
              </a:defRPr>
            </a:lvl7pPr>
            <a:lvl8pPr indent="-3048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b="1" i="0" sz="1200" u="none" cap="none" strike="noStrike">
                <a:solidFill>
                  <a:srgbClr val="000000"/>
                </a:solidFill>
                <a:highlight>
                  <a:schemeClr val="accent1"/>
                </a:highlight>
              </a:defRPr>
            </a:lvl8pPr>
            <a:lvl9pPr indent="-3048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200"/>
              <a:buChar char="■"/>
              <a:defRPr b="1" i="0" sz="1200" u="none" cap="none" strike="noStrike">
                <a:solidFill>
                  <a:srgbClr val="000000"/>
                </a:solidFill>
                <a:highlight>
                  <a:schemeClr val="accent1"/>
                </a:highlight>
              </a:defRPr>
            </a:lvl9pPr>
          </a:lstStyle>
          <a:p/>
        </p:txBody>
      </p:sp>
      <p:sp>
        <p:nvSpPr>
          <p:cNvPr id="141" name="Google Shape;141;p37"/>
          <p:cNvSpPr txBox="1"/>
          <p:nvPr>
            <p:ph idx="17" type="body"/>
          </p:nvPr>
        </p:nvSpPr>
        <p:spPr>
          <a:xfrm>
            <a:off x="4620300" y="2247400"/>
            <a:ext cx="19908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Char char="●"/>
              <a:defRPr i="0" sz="1000" u="none" cap="none" strike="noStrike">
                <a:solidFill>
                  <a:srgbClr val="000000"/>
                </a:solidFill>
              </a:defRPr>
            </a:lvl1pPr>
            <a:lvl2pPr indent="-292100" lvl="1" marL="914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○"/>
              <a:defRPr i="0" sz="1000" u="none" cap="none" strike="noStrike">
                <a:solidFill>
                  <a:srgbClr val="000000"/>
                </a:solidFill>
              </a:defRPr>
            </a:lvl2pPr>
            <a:lvl3pPr indent="-292100" lvl="2" marL="1371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■"/>
              <a:defRPr i="0" sz="1000" u="none" cap="none" strike="noStrike">
                <a:solidFill>
                  <a:srgbClr val="000000"/>
                </a:solidFill>
              </a:defRPr>
            </a:lvl3pPr>
            <a:lvl4pPr indent="-292100" lvl="3" marL="1828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●"/>
              <a:defRPr i="0" sz="1000" u="none" cap="none" strike="noStrike">
                <a:solidFill>
                  <a:srgbClr val="000000"/>
                </a:solidFill>
              </a:defRPr>
            </a:lvl4pPr>
            <a:lvl5pPr indent="-292100" lvl="4" marL="22860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○"/>
              <a:defRPr i="0" sz="1000" u="none" cap="none" strike="noStrike">
                <a:solidFill>
                  <a:srgbClr val="000000"/>
                </a:solidFill>
              </a:defRPr>
            </a:lvl5pPr>
            <a:lvl6pPr indent="-2921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■"/>
              <a:defRPr i="0" sz="1000" u="none" cap="none" strike="noStrike">
                <a:solidFill>
                  <a:srgbClr val="000000"/>
                </a:solidFill>
              </a:defRPr>
            </a:lvl6pPr>
            <a:lvl7pPr indent="-2921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●"/>
              <a:defRPr i="0" sz="1000" u="none" cap="none" strike="noStrike">
                <a:solidFill>
                  <a:srgbClr val="000000"/>
                </a:solidFill>
              </a:defRPr>
            </a:lvl7pPr>
            <a:lvl8pPr indent="-2921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○"/>
              <a:defRPr i="0" sz="1000" u="none" cap="none" strike="noStrike">
                <a:solidFill>
                  <a:srgbClr val="000000"/>
                </a:solidFill>
              </a:defRPr>
            </a:lvl8pPr>
            <a:lvl9pPr indent="-2921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000"/>
              <a:buChar char="■"/>
              <a:defRPr i="0" sz="1000" u="none" cap="none" strike="noStrike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142" name="Google Shape;142;p37"/>
          <p:cNvSpPr txBox="1"/>
          <p:nvPr>
            <p:ph idx="18" type="body"/>
          </p:nvPr>
        </p:nvSpPr>
        <p:spPr>
          <a:xfrm>
            <a:off x="6726000" y="2021200"/>
            <a:ext cx="19908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b="1" i="0" sz="1200" u="none" cap="none" strike="noStrike">
                <a:solidFill>
                  <a:srgbClr val="000000"/>
                </a:solidFill>
                <a:highlight>
                  <a:schemeClr val="accent1"/>
                </a:highlight>
              </a:defRPr>
            </a:lvl1pPr>
            <a:lvl2pPr indent="-304800" lvl="1" marL="914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b="1" i="0" sz="1200" u="none" cap="none" strike="noStrike">
                <a:solidFill>
                  <a:srgbClr val="000000"/>
                </a:solidFill>
                <a:highlight>
                  <a:schemeClr val="accent1"/>
                </a:highlight>
              </a:defRPr>
            </a:lvl2pPr>
            <a:lvl3pPr indent="-304800" lvl="2" marL="1371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b="1" i="0" sz="1200" u="none" cap="none" strike="noStrike">
                <a:solidFill>
                  <a:srgbClr val="000000"/>
                </a:solidFill>
                <a:highlight>
                  <a:schemeClr val="accent1"/>
                </a:highlight>
              </a:defRPr>
            </a:lvl3pPr>
            <a:lvl4pPr indent="-304800" lvl="3" marL="1828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b="1" i="0" sz="1200" u="none" cap="none" strike="noStrike">
                <a:solidFill>
                  <a:srgbClr val="000000"/>
                </a:solidFill>
                <a:highlight>
                  <a:schemeClr val="accent1"/>
                </a:highlight>
              </a:defRPr>
            </a:lvl4pPr>
            <a:lvl5pPr indent="-304800" lvl="4" marL="22860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b="1" i="0" sz="1200" u="none" cap="none" strike="noStrike">
                <a:solidFill>
                  <a:srgbClr val="000000"/>
                </a:solidFill>
                <a:highlight>
                  <a:schemeClr val="accent1"/>
                </a:highlight>
              </a:defRPr>
            </a:lvl5pPr>
            <a:lvl6pPr indent="-3048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b="1" i="0" sz="1200" u="none" cap="none" strike="noStrike">
                <a:solidFill>
                  <a:srgbClr val="000000"/>
                </a:solidFill>
                <a:highlight>
                  <a:schemeClr val="accent1"/>
                </a:highlight>
              </a:defRPr>
            </a:lvl6pPr>
            <a:lvl7pPr indent="-3048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b="1" i="0" sz="1200" u="none" cap="none" strike="noStrike">
                <a:solidFill>
                  <a:srgbClr val="000000"/>
                </a:solidFill>
                <a:highlight>
                  <a:schemeClr val="accent1"/>
                </a:highlight>
              </a:defRPr>
            </a:lvl7pPr>
            <a:lvl8pPr indent="-3048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b="1" i="0" sz="1200" u="none" cap="none" strike="noStrike">
                <a:solidFill>
                  <a:srgbClr val="000000"/>
                </a:solidFill>
                <a:highlight>
                  <a:schemeClr val="accent1"/>
                </a:highlight>
              </a:defRPr>
            </a:lvl8pPr>
            <a:lvl9pPr indent="-3048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200"/>
              <a:buChar char="■"/>
              <a:defRPr b="1" i="0" sz="1200" u="none" cap="none" strike="noStrike">
                <a:solidFill>
                  <a:srgbClr val="000000"/>
                </a:solidFill>
                <a:highlight>
                  <a:schemeClr val="accent1"/>
                </a:highlight>
              </a:defRPr>
            </a:lvl9pPr>
          </a:lstStyle>
          <a:p/>
        </p:txBody>
      </p:sp>
      <p:sp>
        <p:nvSpPr>
          <p:cNvPr id="143" name="Google Shape;143;p37"/>
          <p:cNvSpPr txBox="1"/>
          <p:nvPr>
            <p:ph idx="19" type="body"/>
          </p:nvPr>
        </p:nvSpPr>
        <p:spPr>
          <a:xfrm>
            <a:off x="6726000" y="2247400"/>
            <a:ext cx="19908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Char char="●"/>
              <a:defRPr i="0" sz="1000" u="none" cap="none" strike="noStrike">
                <a:solidFill>
                  <a:srgbClr val="000000"/>
                </a:solidFill>
              </a:defRPr>
            </a:lvl1pPr>
            <a:lvl2pPr indent="-292100" lvl="1" marL="914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○"/>
              <a:defRPr i="0" sz="1000" u="none" cap="none" strike="noStrike">
                <a:solidFill>
                  <a:srgbClr val="000000"/>
                </a:solidFill>
              </a:defRPr>
            </a:lvl2pPr>
            <a:lvl3pPr indent="-292100" lvl="2" marL="1371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■"/>
              <a:defRPr i="0" sz="1000" u="none" cap="none" strike="noStrike">
                <a:solidFill>
                  <a:srgbClr val="000000"/>
                </a:solidFill>
              </a:defRPr>
            </a:lvl3pPr>
            <a:lvl4pPr indent="-292100" lvl="3" marL="1828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●"/>
              <a:defRPr i="0" sz="1000" u="none" cap="none" strike="noStrike">
                <a:solidFill>
                  <a:srgbClr val="000000"/>
                </a:solidFill>
              </a:defRPr>
            </a:lvl4pPr>
            <a:lvl5pPr indent="-292100" lvl="4" marL="22860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○"/>
              <a:defRPr i="0" sz="1000" u="none" cap="none" strike="noStrike">
                <a:solidFill>
                  <a:srgbClr val="000000"/>
                </a:solidFill>
              </a:defRPr>
            </a:lvl5pPr>
            <a:lvl6pPr indent="-2921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■"/>
              <a:defRPr i="0" sz="1000" u="none" cap="none" strike="noStrike">
                <a:solidFill>
                  <a:srgbClr val="000000"/>
                </a:solidFill>
              </a:defRPr>
            </a:lvl6pPr>
            <a:lvl7pPr indent="-2921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●"/>
              <a:defRPr i="0" sz="1000" u="none" cap="none" strike="noStrike">
                <a:solidFill>
                  <a:srgbClr val="000000"/>
                </a:solidFill>
              </a:defRPr>
            </a:lvl7pPr>
            <a:lvl8pPr indent="-2921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○"/>
              <a:defRPr i="0" sz="1000" u="none" cap="none" strike="noStrike">
                <a:solidFill>
                  <a:srgbClr val="000000"/>
                </a:solidFill>
              </a:defRPr>
            </a:lvl8pPr>
            <a:lvl9pPr indent="-2921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000"/>
              <a:buChar char="■"/>
              <a:defRPr i="0" sz="1000" u="none" cap="none" strike="noStrike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144" name="Google Shape;144;p37"/>
          <p:cNvSpPr txBox="1"/>
          <p:nvPr>
            <p:ph idx="20" type="body"/>
          </p:nvPr>
        </p:nvSpPr>
        <p:spPr>
          <a:xfrm>
            <a:off x="423275" y="3854600"/>
            <a:ext cx="19908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b="1" i="0" sz="1200" u="none" cap="none" strike="noStrike">
                <a:solidFill>
                  <a:srgbClr val="000000"/>
                </a:solidFill>
                <a:highlight>
                  <a:schemeClr val="accent1"/>
                </a:highlight>
              </a:defRPr>
            </a:lvl1pPr>
            <a:lvl2pPr indent="-304800" lvl="1" marL="914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b="1" i="0" sz="1200" u="none" cap="none" strike="noStrike">
                <a:solidFill>
                  <a:srgbClr val="000000"/>
                </a:solidFill>
                <a:highlight>
                  <a:schemeClr val="accent1"/>
                </a:highlight>
              </a:defRPr>
            </a:lvl2pPr>
            <a:lvl3pPr indent="-304800" lvl="2" marL="1371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b="1" i="0" sz="1200" u="none" cap="none" strike="noStrike">
                <a:solidFill>
                  <a:srgbClr val="000000"/>
                </a:solidFill>
                <a:highlight>
                  <a:schemeClr val="accent1"/>
                </a:highlight>
              </a:defRPr>
            </a:lvl3pPr>
            <a:lvl4pPr indent="-304800" lvl="3" marL="1828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b="1" i="0" sz="1200" u="none" cap="none" strike="noStrike">
                <a:solidFill>
                  <a:srgbClr val="000000"/>
                </a:solidFill>
                <a:highlight>
                  <a:schemeClr val="accent1"/>
                </a:highlight>
              </a:defRPr>
            </a:lvl4pPr>
            <a:lvl5pPr indent="-304800" lvl="4" marL="22860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b="1" i="0" sz="1200" u="none" cap="none" strike="noStrike">
                <a:solidFill>
                  <a:srgbClr val="000000"/>
                </a:solidFill>
                <a:highlight>
                  <a:schemeClr val="accent1"/>
                </a:highlight>
              </a:defRPr>
            </a:lvl5pPr>
            <a:lvl6pPr indent="-3048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b="1" i="0" sz="1200" u="none" cap="none" strike="noStrike">
                <a:solidFill>
                  <a:srgbClr val="000000"/>
                </a:solidFill>
                <a:highlight>
                  <a:schemeClr val="accent1"/>
                </a:highlight>
              </a:defRPr>
            </a:lvl6pPr>
            <a:lvl7pPr indent="-3048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b="1" i="0" sz="1200" u="none" cap="none" strike="noStrike">
                <a:solidFill>
                  <a:srgbClr val="000000"/>
                </a:solidFill>
                <a:highlight>
                  <a:schemeClr val="accent1"/>
                </a:highlight>
              </a:defRPr>
            </a:lvl7pPr>
            <a:lvl8pPr indent="-3048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b="1" i="0" sz="1200" u="none" cap="none" strike="noStrike">
                <a:solidFill>
                  <a:srgbClr val="000000"/>
                </a:solidFill>
                <a:highlight>
                  <a:schemeClr val="accent1"/>
                </a:highlight>
              </a:defRPr>
            </a:lvl8pPr>
            <a:lvl9pPr indent="-3048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200"/>
              <a:buChar char="■"/>
              <a:defRPr b="1" i="0" sz="1200" u="none" cap="none" strike="noStrike">
                <a:solidFill>
                  <a:srgbClr val="000000"/>
                </a:solidFill>
                <a:highlight>
                  <a:schemeClr val="accent1"/>
                </a:highlight>
              </a:defRPr>
            </a:lvl9pPr>
          </a:lstStyle>
          <a:p/>
        </p:txBody>
      </p:sp>
      <p:sp>
        <p:nvSpPr>
          <p:cNvPr id="145" name="Google Shape;145;p37"/>
          <p:cNvSpPr txBox="1"/>
          <p:nvPr>
            <p:ph idx="21" type="body"/>
          </p:nvPr>
        </p:nvSpPr>
        <p:spPr>
          <a:xfrm>
            <a:off x="423275" y="4080800"/>
            <a:ext cx="19908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Char char="●"/>
              <a:defRPr i="0" sz="1000" u="none" cap="none" strike="noStrike">
                <a:solidFill>
                  <a:srgbClr val="000000"/>
                </a:solidFill>
              </a:defRPr>
            </a:lvl1pPr>
            <a:lvl2pPr indent="-292100" lvl="1" marL="914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○"/>
              <a:defRPr i="0" sz="1000" u="none" cap="none" strike="noStrike">
                <a:solidFill>
                  <a:srgbClr val="000000"/>
                </a:solidFill>
              </a:defRPr>
            </a:lvl2pPr>
            <a:lvl3pPr indent="-292100" lvl="2" marL="1371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■"/>
              <a:defRPr i="0" sz="1000" u="none" cap="none" strike="noStrike">
                <a:solidFill>
                  <a:srgbClr val="000000"/>
                </a:solidFill>
              </a:defRPr>
            </a:lvl3pPr>
            <a:lvl4pPr indent="-292100" lvl="3" marL="1828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●"/>
              <a:defRPr i="0" sz="1000" u="none" cap="none" strike="noStrike">
                <a:solidFill>
                  <a:srgbClr val="000000"/>
                </a:solidFill>
              </a:defRPr>
            </a:lvl4pPr>
            <a:lvl5pPr indent="-292100" lvl="4" marL="22860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○"/>
              <a:defRPr i="0" sz="1000" u="none" cap="none" strike="noStrike">
                <a:solidFill>
                  <a:srgbClr val="000000"/>
                </a:solidFill>
              </a:defRPr>
            </a:lvl5pPr>
            <a:lvl6pPr indent="-2921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■"/>
              <a:defRPr i="0" sz="1000" u="none" cap="none" strike="noStrike">
                <a:solidFill>
                  <a:srgbClr val="000000"/>
                </a:solidFill>
              </a:defRPr>
            </a:lvl6pPr>
            <a:lvl7pPr indent="-2921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●"/>
              <a:defRPr i="0" sz="1000" u="none" cap="none" strike="noStrike">
                <a:solidFill>
                  <a:srgbClr val="000000"/>
                </a:solidFill>
              </a:defRPr>
            </a:lvl7pPr>
            <a:lvl8pPr indent="-2921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○"/>
              <a:defRPr i="0" sz="1000" u="none" cap="none" strike="noStrike">
                <a:solidFill>
                  <a:srgbClr val="000000"/>
                </a:solidFill>
              </a:defRPr>
            </a:lvl8pPr>
            <a:lvl9pPr indent="-2921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000"/>
              <a:buChar char="■"/>
              <a:defRPr i="0" sz="1000" u="none" cap="none" strike="noStrike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146" name="Google Shape;146;p37"/>
          <p:cNvSpPr txBox="1"/>
          <p:nvPr>
            <p:ph idx="22" type="body"/>
          </p:nvPr>
        </p:nvSpPr>
        <p:spPr>
          <a:xfrm>
            <a:off x="2514600" y="3854600"/>
            <a:ext cx="19908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b="1" i="0" sz="1200" u="none" cap="none" strike="noStrike">
                <a:solidFill>
                  <a:srgbClr val="000000"/>
                </a:solidFill>
                <a:highlight>
                  <a:schemeClr val="accent1"/>
                </a:highlight>
              </a:defRPr>
            </a:lvl1pPr>
            <a:lvl2pPr indent="-304800" lvl="1" marL="914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b="1" i="0" sz="1200" u="none" cap="none" strike="noStrike">
                <a:solidFill>
                  <a:srgbClr val="000000"/>
                </a:solidFill>
                <a:highlight>
                  <a:schemeClr val="accent1"/>
                </a:highlight>
              </a:defRPr>
            </a:lvl2pPr>
            <a:lvl3pPr indent="-304800" lvl="2" marL="1371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b="1" i="0" sz="1200" u="none" cap="none" strike="noStrike">
                <a:solidFill>
                  <a:srgbClr val="000000"/>
                </a:solidFill>
                <a:highlight>
                  <a:schemeClr val="accent1"/>
                </a:highlight>
              </a:defRPr>
            </a:lvl3pPr>
            <a:lvl4pPr indent="-304800" lvl="3" marL="1828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b="1" i="0" sz="1200" u="none" cap="none" strike="noStrike">
                <a:solidFill>
                  <a:srgbClr val="000000"/>
                </a:solidFill>
                <a:highlight>
                  <a:schemeClr val="accent1"/>
                </a:highlight>
              </a:defRPr>
            </a:lvl4pPr>
            <a:lvl5pPr indent="-304800" lvl="4" marL="22860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b="1" i="0" sz="1200" u="none" cap="none" strike="noStrike">
                <a:solidFill>
                  <a:srgbClr val="000000"/>
                </a:solidFill>
                <a:highlight>
                  <a:schemeClr val="accent1"/>
                </a:highlight>
              </a:defRPr>
            </a:lvl5pPr>
            <a:lvl6pPr indent="-3048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b="1" i="0" sz="1200" u="none" cap="none" strike="noStrike">
                <a:solidFill>
                  <a:srgbClr val="000000"/>
                </a:solidFill>
                <a:highlight>
                  <a:schemeClr val="accent1"/>
                </a:highlight>
              </a:defRPr>
            </a:lvl6pPr>
            <a:lvl7pPr indent="-3048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b="1" i="0" sz="1200" u="none" cap="none" strike="noStrike">
                <a:solidFill>
                  <a:srgbClr val="000000"/>
                </a:solidFill>
                <a:highlight>
                  <a:schemeClr val="accent1"/>
                </a:highlight>
              </a:defRPr>
            </a:lvl7pPr>
            <a:lvl8pPr indent="-3048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b="1" i="0" sz="1200" u="none" cap="none" strike="noStrike">
                <a:solidFill>
                  <a:srgbClr val="000000"/>
                </a:solidFill>
                <a:highlight>
                  <a:schemeClr val="accent1"/>
                </a:highlight>
              </a:defRPr>
            </a:lvl8pPr>
            <a:lvl9pPr indent="-3048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200"/>
              <a:buChar char="■"/>
              <a:defRPr b="1" i="0" sz="1200" u="none" cap="none" strike="noStrike">
                <a:solidFill>
                  <a:srgbClr val="000000"/>
                </a:solidFill>
                <a:highlight>
                  <a:schemeClr val="accent1"/>
                </a:highlight>
              </a:defRPr>
            </a:lvl9pPr>
          </a:lstStyle>
          <a:p/>
        </p:txBody>
      </p:sp>
      <p:sp>
        <p:nvSpPr>
          <p:cNvPr id="147" name="Google Shape;147;p37"/>
          <p:cNvSpPr txBox="1"/>
          <p:nvPr>
            <p:ph idx="23" type="body"/>
          </p:nvPr>
        </p:nvSpPr>
        <p:spPr>
          <a:xfrm>
            <a:off x="2514600" y="4080800"/>
            <a:ext cx="19908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Char char="●"/>
              <a:defRPr i="0" sz="1000" u="none" cap="none" strike="noStrike">
                <a:solidFill>
                  <a:srgbClr val="000000"/>
                </a:solidFill>
              </a:defRPr>
            </a:lvl1pPr>
            <a:lvl2pPr indent="-292100" lvl="1" marL="914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○"/>
              <a:defRPr i="0" sz="1000" u="none" cap="none" strike="noStrike">
                <a:solidFill>
                  <a:srgbClr val="000000"/>
                </a:solidFill>
              </a:defRPr>
            </a:lvl2pPr>
            <a:lvl3pPr indent="-292100" lvl="2" marL="1371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■"/>
              <a:defRPr i="0" sz="1000" u="none" cap="none" strike="noStrike">
                <a:solidFill>
                  <a:srgbClr val="000000"/>
                </a:solidFill>
              </a:defRPr>
            </a:lvl3pPr>
            <a:lvl4pPr indent="-292100" lvl="3" marL="1828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●"/>
              <a:defRPr i="0" sz="1000" u="none" cap="none" strike="noStrike">
                <a:solidFill>
                  <a:srgbClr val="000000"/>
                </a:solidFill>
              </a:defRPr>
            </a:lvl4pPr>
            <a:lvl5pPr indent="-292100" lvl="4" marL="22860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○"/>
              <a:defRPr i="0" sz="1000" u="none" cap="none" strike="noStrike">
                <a:solidFill>
                  <a:srgbClr val="000000"/>
                </a:solidFill>
              </a:defRPr>
            </a:lvl5pPr>
            <a:lvl6pPr indent="-2921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■"/>
              <a:defRPr i="0" sz="1000" u="none" cap="none" strike="noStrike">
                <a:solidFill>
                  <a:srgbClr val="000000"/>
                </a:solidFill>
              </a:defRPr>
            </a:lvl6pPr>
            <a:lvl7pPr indent="-2921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●"/>
              <a:defRPr i="0" sz="1000" u="none" cap="none" strike="noStrike">
                <a:solidFill>
                  <a:srgbClr val="000000"/>
                </a:solidFill>
              </a:defRPr>
            </a:lvl7pPr>
            <a:lvl8pPr indent="-2921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○"/>
              <a:defRPr i="0" sz="1000" u="none" cap="none" strike="noStrike">
                <a:solidFill>
                  <a:srgbClr val="000000"/>
                </a:solidFill>
              </a:defRPr>
            </a:lvl8pPr>
            <a:lvl9pPr indent="-2921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000"/>
              <a:buChar char="■"/>
              <a:defRPr i="0" sz="1000" u="none" cap="none" strike="noStrike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148" name="Google Shape;148;p37"/>
          <p:cNvSpPr txBox="1"/>
          <p:nvPr>
            <p:ph idx="24" type="body"/>
          </p:nvPr>
        </p:nvSpPr>
        <p:spPr>
          <a:xfrm>
            <a:off x="4620300" y="3854600"/>
            <a:ext cx="19908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b="1" i="0" sz="1200" u="none" cap="none" strike="noStrike">
                <a:solidFill>
                  <a:srgbClr val="000000"/>
                </a:solidFill>
                <a:highlight>
                  <a:schemeClr val="accent1"/>
                </a:highlight>
              </a:defRPr>
            </a:lvl1pPr>
            <a:lvl2pPr indent="-304800" lvl="1" marL="914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b="1" i="0" sz="1200" u="none" cap="none" strike="noStrike">
                <a:solidFill>
                  <a:srgbClr val="000000"/>
                </a:solidFill>
                <a:highlight>
                  <a:schemeClr val="accent1"/>
                </a:highlight>
              </a:defRPr>
            </a:lvl2pPr>
            <a:lvl3pPr indent="-304800" lvl="2" marL="1371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b="1" i="0" sz="1200" u="none" cap="none" strike="noStrike">
                <a:solidFill>
                  <a:srgbClr val="000000"/>
                </a:solidFill>
                <a:highlight>
                  <a:schemeClr val="accent1"/>
                </a:highlight>
              </a:defRPr>
            </a:lvl3pPr>
            <a:lvl4pPr indent="-304800" lvl="3" marL="1828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b="1" i="0" sz="1200" u="none" cap="none" strike="noStrike">
                <a:solidFill>
                  <a:srgbClr val="000000"/>
                </a:solidFill>
                <a:highlight>
                  <a:schemeClr val="accent1"/>
                </a:highlight>
              </a:defRPr>
            </a:lvl4pPr>
            <a:lvl5pPr indent="-304800" lvl="4" marL="22860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b="1" i="0" sz="1200" u="none" cap="none" strike="noStrike">
                <a:solidFill>
                  <a:srgbClr val="000000"/>
                </a:solidFill>
                <a:highlight>
                  <a:schemeClr val="accent1"/>
                </a:highlight>
              </a:defRPr>
            </a:lvl5pPr>
            <a:lvl6pPr indent="-3048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b="1" i="0" sz="1200" u="none" cap="none" strike="noStrike">
                <a:solidFill>
                  <a:srgbClr val="000000"/>
                </a:solidFill>
                <a:highlight>
                  <a:schemeClr val="accent1"/>
                </a:highlight>
              </a:defRPr>
            </a:lvl6pPr>
            <a:lvl7pPr indent="-3048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b="1" i="0" sz="1200" u="none" cap="none" strike="noStrike">
                <a:solidFill>
                  <a:srgbClr val="000000"/>
                </a:solidFill>
                <a:highlight>
                  <a:schemeClr val="accent1"/>
                </a:highlight>
              </a:defRPr>
            </a:lvl7pPr>
            <a:lvl8pPr indent="-3048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b="1" i="0" sz="1200" u="none" cap="none" strike="noStrike">
                <a:solidFill>
                  <a:srgbClr val="000000"/>
                </a:solidFill>
                <a:highlight>
                  <a:schemeClr val="accent1"/>
                </a:highlight>
              </a:defRPr>
            </a:lvl8pPr>
            <a:lvl9pPr indent="-3048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200"/>
              <a:buChar char="■"/>
              <a:defRPr b="1" i="0" sz="1200" u="none" cap="none" strike="noStrike">
                <a:solidFill>
                  <a:srgbClr val="000000"/>
                </a:solidFill>
                <a:highlight>
                  <a:schemeClr val="accent1"/>
                </a:highlight>
              </a:defRPr>
            </a:lvl9pPr>
          </a:lstStyle>
          <a:p/>
        </p:txBody>
      </p:sp>
      <p:sp>
        <p:nvSpPr>
          <p:cNvPr id="149" name="Google Shape;149;p37"/>
          <p:cNvSpPr txBox="1"/>
          <p:nvPr>
            <p:ph idx="25" type="body"/>
          </p:nvPr>
        </p:nvSpPr>
        <p:spPr>
          <a:xfrm>
            <a:off x="4620300" y="4080800"/>
            <a:ext cx="19908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Char char="●"/>
              <a:defRPr i="0" sz="1000" u="none" cap="none" strike="noStrike">
                <a:solidFill>
                  <a:srgbClr val="000000"/>
                </a:solidFill>
              </a:defRPr>
            </a:lvl1pPr>
            <a:lvl2pPr indent="-292100" lvl="1" marL="914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○"/>
              <a:defRPr i="0" sz="1000" u="none" cap="none" strike="noStrike">
                <a:solidFill>
                  <a:srgbClr val="000000"/>
                </a:solidFill>
              </a:defRPr>
            </a:lvl2pPr>
            <a:lvl3pPr indent="-292100" lvl="2" marL="1371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■"/>
              <a:defRPr i="0" sz="1000" u="none" cap="none" strike="noStrike">
                <a:solidFill>
                  <a:srgbClr val="000000"/>
                </a:solidFill>
              </a:defRPr>
            </a:lvl3pPr>
            <a:lvl4pPr indent="-292100" lvl="3" marL="1828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●"/>
              <a:defRPr i="0" sz="1000" u="none" cap="none" strike="noStrike">
                <a:solidFill>
                  <a:srgbClr val="000000"/>
                </a:solidFill>
              </a:defRPr>
            </a:lvl4pPr>
            <a:lvl5pPr indent="-292100" lvl="4" marL="22860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○"/>
              <a:defRPr i="0" sz="1000" u="none" cap="none" strike="noStrike">
                <a:solidFill>
                  <a:srgbClr val="000000"/>
                </a:solidFill>
              </a:defRPr>
            </a:lvl5pPr>
            <a:lvl6pPr indent="-2921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■"/>
              <a:defRPr i="0" sz="1000" u="none" cap="none" strike="noStrike">
                <a:solidFill>
                  <a:srgbClr val="000000"/>
                </a:solidFill>
              </a:defRPr>
            </a:lvl6pPr>
            <a:lvl7pPr indent="-2921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●"/>
              <a:defRPr i="0" sz="1000" u="none" cap="none" strike="noStrike">
                <a:solidFill>
                  <a:srgbClr val="000000"/>
                </a:solidFill>
              </a:defRPr>
            </a:lvl7pPr>
            <a:lvl8pPr indent="-2921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○"/>
              <a:defRPr i="0" sz="1000" u="none" cap="none" strike="noStrike">
                <a:solidFill>
                  <a:srgbClr val="000000"/>
                </a:solidFill>
              </a:defRPr>
            </a:lvl8pPr>
            <a:lvl9pPr indent="-2921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000"/>
              <a:buChar char="■"/>
              <a:defRPr i="0" sz="1000" u="none" cap="none" strike="noStrike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150" name="Google Shape;150;p37"/>
          <p:cNvSpPr txBox="1"/>
          <p:nvPr>
            <p:ph idx="26" type="body"/>
          </p:nvPr>
        </p:nvSpPr>
        <p:spPr>
          <a:xfrm>
            <a:off x="6726000" y="3854600"/>
            <a:ext cx="19908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b="1" i="0" sz="1200" u="none" cap="none" strike="noStrike">
                <a:solidFill>
                  <a:srgbClr val="000000"/>
                </a:solidFill>
                <a:highlight>
                  <a:schemeClr val="accent1"/>
                </a:highlight>
              </a:defRPr>
            </a:lvl1pPr>
            <a:lvl2pPr indent="-304800" lvl="1" marL="914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b="1" i="0" sz="1200" u="none" cap="none" strike="noStrike">
                <a:solidFill>
                  <a:srgbClr val="000000"/>
                </a:solidFill>
                <a:highlight>
                  <a:schemeClr val="accent1"/>
                </a:highlight>
              </a:defRPr>
            </a:lvl2pPr>
            <a:lvl3pPr indent="-304800" lvl="2" marL="1371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b="1" i="0" sz="1200" u="none" cap="none" strike="noStrike">
                <a:solidFill>
                  <a:srgbClr val="000000"/>
                </a:solidFill>
                <a:highlight>
                  <a:schemeClr val="accent1"/>
                </a:highlight>
              </a:defRPr>
            </a:lvl3pPr>
            <a:lvl4pPr indent="-304800" lvl="3" marL="1828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b="1" i="0" sz="1200" u="none" cap="none" strike="noStrike">
                <a:solidFill>
                  <a:srgbClr val="000000"/>
                </a:solidFill>
                <a:highlight>
                  <a:schemeClr val="accent1"/>
                </a:highlight>
              </a:defRPr>
            </a:lvl4pPr>
            <a:lvl5pPr indent="-304800" lvl="4" marL="22860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b="1" i="0" sz="1200" u="none" cap="none" strike="noStrike">
                <a:solidFill>
                  <a:srgbClr val="000000"/>
                </a:solidFill>
                <a:highlight>
                  <a:schemeClr val="accent1"/>
                </a:highlight>
              </a:defRPr>
            </a:lvl5pPr>
            <a:lvl6pPr indent="-3048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b="1" i="0" sz="1200" u="none" cap="none" strike="noStrike">
                <a:solidFill>
                  <a:srgbClr val="000000"/>
                </a:solidFill>
                <a:highlight>
                  <a:schemeClr val="accent1"/>
                </a:highlight>
              </a:defRPr>
            </a:lvl6pPr>
            <a:lvl7pPr indent="-3048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b="1" i="0" sz="1200" u="none" cap="none" strike="noStrike">
                <a:solidFill>
                  <a:srgbClr val="000000"/>
                </a:solidFill>
                <a:highlight>
                  <a:schemeClr val="accent1"/>
                </a:highlight>
              </a:defRPr>
            </a:lvl7pPr>
            <a:lvl8pPr indent="-3048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b="1" i="0" sz="1200" u="none" cap="none" strike="noStrike">
                <a:solidFill>
                  <a:srgbClr val="000000"/>
                </a:solidFill>
                <a:highlight>
                  <a:schemeClr val="accent1"/>
                </a:highlight>
              </a:defRPr>
            </a:lvl8pPr>
            <a:lvl9pPr indent="-3048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200"/>
              <a:buChar char="■"/>
              <a:defRPr b="1" i="0" sz="1200" u="none" cap="none" strike="noStrike">
                <a:solidFill>
                  <a:srgbClr val="000000"/>
                </a:solidFill>
                <a:highlight>
                  <a:schemeClr val="accent1"/>
                </a:highlight>
              </a:defRPr>
            </a:lvl9pPr>
          </a:lstStyle>
          <a:p/>
        </p:txBody>
      </p:sp>
      <p:sp>
        <p:nvSpPr>
          <p:cNvPr id="151" name="Google Shape;151;p37"/>
          <p:cNvSpPr txBox="1"/>
          <p:nvPr>
            <p:ph idx="27" type="body"/>
          </p:nvPr>
        </p:nvSpPr>
        <p:spPr>
          <a:xfrm>
            <a:off x="6726000" y="4080800"/>
            <a:ext cx="19908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Char char="●"/>
              <a:defRPr i="0" sz="1000" u="none" cap="none" strike="noStrike">
                <a:solidFill>
                  <a:srgbClr val="000000"/>
                </a:solidFill>
              </a:defRPr>
            </a:lvl1pPr>
            <a:lvl2pPr indent="-292100" lvl="1" marL="914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○"/>
              <a:defRPr i="0" sz="1000" u="none" cap="none" strike="noStrike">
                <a:solidFill>
                  <a:srgbClr val="000000"/>
                </a:solidFill>
              </a:defRPr>
            </a:lvl2pPr>
            <a:lvl3pPr indent="-292100" lvl="2" marL="1371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■"/>
              <a:defRPr i="0" sz="1000" u="none" cap="none" strike="noStrike">
                <a:solidFill>
                  <a:srgbClr val="000000"/>
                </a:solidFill>
              </a:defRPr>
            </a:lvl3pPr>
            <a:lvl4pPr indent="-292100" lvl="3" marL="1828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●"/>
              <a:defRPr i="0" sz="1000" u="none" cap="none" strike="noStrike">
                <a:solidFill>
                  <a:srgbClr val="000000"/>
                </a:solidFill>
              </a:defRPr>
            </a:lvl4pPr>
            <a:lvl5pPr indent="-292100" lvl="4" marL="22860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○"/>
              <a:defRPr i="0" sz="1000" u="none" cap="none" strike="noStrike">
                <a:solidFill>
                  <a:srgbClr val="000000"/>
                </a:solidFill>
              </a:defRPr>
            </a:lvl5pPr>
            <a:lvl6pPr indent="-2921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■"/>
              <a:defRPr i="0" sz="1000" u="none" cap="none" strike="noStrike">
                <a:solidFill>
                  <a:srgbClr val="000000"/>
                </a:solidFill>
              </a:defRPr>
            </a:lvl6pPr>
            <a:lvl7pPr indent="-2921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●"/>
              <a:defRPr i="0" sz="1000" u="none" cap="none" strike="noStrike">
                <a:solidFill>
                  <a:srgbClr val="000000"/>
                </a:solidFill>
              </a:defRPr>
            </a:lvl7pPr>
            <a:lvl8pPr indent="-2921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○"/>
              <a:defRPr i="0" sz="1000" u="none" cap="none" strike="noStrike">
                <a:solidFill>
                  <a:srgbClr val="000000"/>
                </a:solidFill>
              </a:defRPr>
            </a:lvl8pPr>
            <a:lvl9pPr indent="-2921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000"/>
              <a:buChar char="■"/>
              <a:defRPr i="0" sz="1000" u="none" cap="none" strike="noStrike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152" name="Google Shape;152;p37"/>
          <p:cNvSpPr txBox="1"/>
          <p:nvPr>
            <p:ph type="title"/>
          </p:nvPr>
        </p:nvSpPr>
        <p:spPr>
          <a:xfrm>
            <a:off x="420625" y="320050"/>
            <a:ext cx="8271600" cy="4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highlight>
                  <a:schemeClr val="accent1"/>
                </a:highlight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/>
        </p:txBody>
      </p:sp>
      <p:sp>
        <p:nvSpPr>
          <p:cNvPr id="153" name="Google Shape;153;p37"/>
          <p:cNvSpPr txBox="1"/>
          <p:nvPr>
            <p:ph idx="28" type="subTitle"/>
          </p:nvPr>
        </p:nvSpPr>
        <p:spPr>
          <a:xfrm>
            <a:off x="424450" y="756625"/>
            <a:ext cx="82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  <a:highlight>
                  <a:schemeClr val="dk1"/>
                </a:highlight>
              </a:defRPr>
            </a:lvl1pPr>
            <a:lvl2pPr lvl="1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/>
        </p:txBody>
      </p:sp>
      <p:sp>
        <p:nvSpPr>
          <p:cNvPr id="154" name="Google Shape;154;p3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Person feature slide - 6 person">
  <p:cSld name="CUSTOM_23_1_1_1_1_1_1_2_1_1_1_1_2_2_1_1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8"/>
          <p:cNvSpPr/>
          <p:nvPr>
            <p:ph idx="2" type="pic"/>
          </p:nvPr>
        </p:nvSpPr>
        <p:spPr>
          <a:xfrm>
            <a:off x="424900" y="1306975"/>
            <a:ext cx="1147800" cy="1147800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38"/>
          <p:cNvSpPr txBox="1"/>
          <p:nvPr>
            <p:ph type="title"/>
          </p:nvPr>
        </p:nvSpPr>
        <p:spPr>
          <a:xfrm>
            <a:off x="424925" y="315900"/>
            <a:ext cx="82680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dk1"/>
                </a:solidFill>
                <a:highlight>
                  <a:schemeClr val="accent1"/>
                </a:highlight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8" name="Google Shape;158;p38"/>
          <p:cNvSpPr txBox="1"/>
          <p:nvPr>
            <p:ph idx="1" type="subTitle"/>
          </p:nvPr>
        </p:nvSpPr>
        <p:spPr>
          <a:xfrm>
            <a:off x="427950" y="756000"/>
            <a:ext cx="82680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  <a:highlight>
                  <a:schemeClr val="dk1"/>
                </a:highlight>
              </a:defRPr>
            </a:lvl1pPr>
            <a:lvl2pPr lvl="1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/>
        </p:txBody>
      </p:sp>
      <p:sp>
        <p:nvSpPr>
          <p:cNvPr id="159" name="Google Shape;159;p38"/>
          <p:cNvSpPr txBox="1"/>
          <p:nvPr>
            <p:ph idx="3" type="body"/>
          </p:nvPr>
        </p:nvSpPr>
        <p:spPr>
          <a:xfrm>
            <a:off x="1677475" y="1429975"/>
            <a:ext cx="1257600" cy="9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i="0" sz="1200" u="none" cap="none" strike="noStrike">
                <a:solidFill>
                  <a:srgbClr val="000000"/>
                </a:solidFill>
              </a:defRPr>
            </a:lvl1pPr>
            <a:lvl2pPr indent="-304800" lvl="1" marL="914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i="0" sz="1200" u="none" cap="none" strike="noStrike">
                <a:solidFill>
                  <a:srgbClr val="000000"/>
                </a:solidFill>
              </a:defRPr>
            </a:lvl2pPr>
            <a:lvl3pPr indent="-304800" lvl="2" marL="1371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i="0" sz="1200" u="none" cap="none" strike="noStrike">
                <a:solidFill>
                  <a:srgbClr val="000000"/>
                </a:solidFill>
              </a:defRPr>
            </a:lvl3pPr>
            <a:lvl4pPr indent="-304800" lvl="3" marL="1828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i="0" sz="1200" u="none" cap="none" strike="noStrike">
                <a:solidFill>
                  <a:srgbClr val="000000"/>
                </a:solidFill>
              </a:defRPr>
            </a:lvl4pPr>
            <a:lvl5pPr indent="-304800" lvl="4" marL="22860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i="0" sz="1200" u="none" cap="none" strike="noStrike">
                <a:solidFill>
                  <a:srgbClr val="000000"/>
                </a:solidFill>
              </a:defRPr>
            </a:lvl5pPr>
            <a:lvl6pPr indent="-3048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i="0" sz="1200" u="none" cap="none" strike="noStrike">
                <a:solidFill>
                  <a:srgbClr val="000000"/>
                </a:solidFill>
              </a:defRPr>
            </a:lvl6pPr>
            <a:lvl7pPr indent="-3048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i="0" sz="1200" u="none" cap="none" strike="noStrike">
                <a:solidFill>
                  <a:srgbClr val="000000"/>
                </a:solidFill>
              </a:defRPr>
            </a:lvl7pPr>
            <a:lvl8pPr indent="-3048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i="0" sz="1200" u="none" cap="none" strike="noStrike">
                <a:solidFill>
                  <a:srgbClr val="000000"/>
                </a:solidFill>
              </a:defRPr>
            </a:lvl8pPr>
            <a:lvl9pPr indent="-3048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200"/>
              <a:buChar char="■"/>
              <a:defRPr i="0" sz="1200" u="none" cap="none" strike="noStrike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160" name="Google Shape;160;p38"/>
          <p:cNvSpPr/>
          <p:nvPr>
            <p:ph idx="4" type="pic"/>
          </p:nvPr>
        </p:nvSpPr>
        <p:spPr>
          <a:xfrm>
            <a:off x="424900" y="2791850"/>
            <a:ext cx="1147800" cy="1147800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38"/>
          <p:cNvSpPr txBox="1"/>
          <p:nvPr>
            <p:ph idx="5" type="body"/>
          </p:nvPr>
        </p:nvSpPr>
        <p:spPr>
          <a:xfrm>
            <a:off x="1677475" y="2914850"/>
            <a:ext cx="1257600" cy="9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i="0" sz="1200" u="none" cap="none" strike="noStrike">
                <a:solidFill>
                  <a:srgbClr val="000000"/>
                </a:solidFill>
              </a:defRPr>
            </a:lvl1pPr>
            <a:lvl2pPr indent="-304800" lvl="1" marL="914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i="0" sz="1200" u="none" cap="none" strike="noStrike">
                <a:solidFill>
                  <a:srgbClr val="000000"/>
                </a:solidFill>
              </a:defRPr>
            </a:lvl2pPr>
            <a:lvl3pPr indent="-304800" lvl="2" marL="1371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i="0" sz="1200" u="none" cap="none" strike="noStrike">
                <a:solidFill>
                  <a:srgbClr val="000000"/>
                </a:solidFill>
              </a:defRPr>
            </a:lvl3pPr>
            <a:lvl4pPr indent="-304800" lvl="3" marL="1828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i="0" sz="1200" u="none" cap="none" strike="noStrike">
                <a:solidFill>
                  <a:srgbClr val="000000"/>
                </a:solidFill>
              </a:defRPr>
            </a:lvl4pPr>
            <a:lvl5pPr indent="-304800" lvl="4" marL="22860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i="0" sz="1200" u="none" cap="none" strike="noStrike">
                <a:solidFill>
                  <a:srgbClr val="000000"/>
                </a:solidFill>
              </a:defRPr>
            </a:lvl5pPr>
            <a:lvl6pPr indent="-3048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i="0" sz="1200" u="none" cap="none" strike="noStrike">
                <a:solidFill>
                  <a:srgbClr val="000000"/>
                </a:solidFill>
              </a:defRPr>
            </a:lvl6pPr>
            <a:lvl7pPr indent="-3048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i="0" sz="1200" u="none" cap="none" strike="noStrike">
                <a:solidFill>
                  <a:srgbClr val="000000"/>
                </a:solidFill>
              </a:defRPr>
            </a:lvl7pPr>
            <a:lvl8pPr indent="-3048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i="0" sz="1200" u="none" cap="none" strike="noStrike">
                <a:solidFill>
                  <a:srgbClr val="000000"/>
                </a:solidFill>
              </a:defRPr>
            </a:lvl8pPr>
            <a:lvl9pPr indent="-3048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200"/>
              <a:buChar char="■"/>
              <a:defRPr i="0" sz="1200" u="none" cap="none" strike="noStrike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162" name="Google Shape;162;p38"/>
          <p:cNvSpPr/>
          <p:nvPr>
            <p:ph idx="6" type="pic"/>
          </p:nvPr>
        </p:nvSpPr>
        <p:spPr>
          <a:xfrm>
            <a:off x="3255275" y="1306975"/>
            <a:ext cx="1147800" cy="1147800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p38"/>
          <p:cNvSpPr txBox="1"/>
          <p:nvPr>
            <p:ph idx="7" type="body"/>
          </p:nvPr>
        </p:nvSpPr>
        <p:spPr>
          <a:xfrm>
            <a:off x="4507850" y="1429975"/>
            <a:ext cx="1257600" cy="9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i="0" sz="1200" u="none" cap="none" strike="noStrike">
                <a:solidFill>
                  <a:srgbClr val="000000"/>
                </a:solidFill>
              </a:defRPr>
            </a:lvl1pPr>
            <a:lvl2pPr indent="-304800" lvl="1" marL="914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i="0" sz="1200" u="none" cap="none" strike="noStrike">
                <a:solidFill>
                  <a:srgbClr val="000000"/>
                </a:solidFill>
              </a:defRPr>
            </a:lvl2pPr>
            <a:lvl3pPr indent="-304800" lvl="2" marL="1371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i="0" sz="1200" u="none" cap="none" strike="noStrike">
                <a:solidFill>
                  <a:srgbClr val="000000"/>
                </a:solidFill>
              </a:defRPr>
            </a:lvl3pPr>
            <a:lvl4pPr indent="-304800" lvl="3" marL="1828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i="0" sz="1200" u="none" cap="none" strike="noStrike">
                <a:solidFill>
                  <a:srgbClr val="000000"/>
                </a:solidFill>
              </a:defRPr>
            </a:lvl4pPr>
            <a:lvl5pPr indent="-304800" lvl="4" marL="22860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i="0" sz="1200" u="none" cap="none" strike="noStrike">
                <a:solidFill>
                  <a:srgbClr val="000000"/>
                </a:solidFill>
              </a:defRPr>
            </a:lvl5pPr>
            <a:lvl6pPr indent="-3048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i="0" sz="1200" u="none" cap="none" strike="noStrike">
                <a:solidFill>
                  <a:srgbClr val="000000"/>
                </a:solidFill>
              </a:defRPr>
            </a:lvl6pPr>
            <a:lvl7pPr indent="-3048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i="0" sz="1200" u="none" cap="none" strike="noStrike">
                <a:solidFill>
                  <a:srgbClr val="000000"/>
                </a:solidFill>
              </a:defRPr>
            </a:lvl7pPr>
            <a:lvl8pPr indent="-3048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i="0" sz="1200" u="none" cap="none" strike="noStrike">
                <a:solidFill>
                  <a:srgbClr val="000000"/>
                </a:solidFill>
              </a:defRPr>
            </a:lvl8pPr>
            <a:lvl9pPr indent="-3048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200"/>
              <a:buChar char="■"/>
              <a:defRPr i="0" sz="1200" u="none" cap="none" strike="noStrike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164" name="Google Shape;164;p38"/>
          <p:cNvSpPr/>
          <p:nvPr>
            <p:ph idx="8" type="pic"/>
          </p:nvPr>
        </p:nvSpPr>
        <p:spPr>
          <a:xfrm>
            <a:off x="3255275" y="2791850"/>
            <a:ext cx="1147800" cy="1147800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p38"/>
          <p:cNvSpPr txBox="1"/>
          <p:nvPr>
            <p:ph idx="9" type="body"/>
          </p:nvPr>
        </p:nvSpPr>
        <p:spPr>
          <a:xfrm>
            <a:off x="4507850" y="2914850"/>
            <a:ext cx="1257600" cy="9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i="0" sz="1200" u="none" cap="none" strike="noStrike">
                <a:solidFill>
                  <a:srgbClr val="000000"/>
                </a:solidFill>
              </a:defRPr>
            </a:lvl1pPr>
            <a:lvl2pPr indent="-304800" lvl="1" marL="914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i="0" sz="1200" u="none" cap="none" strike="noStrike">
                <a:solidFill>
                  <a:srgbClr val="000000"/>
                </a:solidFill>
              </a:defRPr>
            </a:lvl2pPr>
            <a:lvl3pPr indent="-304800" lvl="2" marL="1371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i="0" sz="1200" u="none" cap="none" strike="noStrike">
                <a:solidFill>
                  <a:srgbClr val="000000"/>
                </a:solidFill>
              </a:defRPr>
            </a:lvl3pPr>
            <a:lvl4pPr indent="-304800" lvl="3" marL="1828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i="0" sz="1200" u="none" cap="none" strike="noStrike">
                <a:solidFill>
                  <a:srgbClr val="000000"/>
                </a:solidFill>
              </a:defRPr>
            </a:lvl4pPr>
            <a:lvl5pPr indent="-304800" lvl="4" marL="22860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i="0" sz="1200" u="none" cap="none" strike="noStrike">
                <a:solidFill>
                  <a:srgbClr val="000000"/>
                </a:solidFill>
              </a:defRPr>
            </a:lvl5pPr>
            <a:lvl6pPr indent="-3048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i="0" sz="1200" u="none" cap="none" strike="noStrike">
                <a:solidFill>
                  <a:srgbClr val="000000"/>
                </a:solidFill>
              </a:defRPr>
            </a:lvl6pPr>
            <a:lvl7pPr indent="-3048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i="0" sz="1200" u="none" cap="none" strike="noStrike">
                <a:solidFill>
                  <a:srgbClr val="000000"/>
                </a:solidFill>
              </a:defRPr>
            </a:lvl7pPr>
            <a:lvl8pPr indent="-3048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i="0" sz="1200" u="none" cap="none" strike="noStrike">
                <a:solidFill>
                  <a:srgbClr val="000000"/>
                </a:solidFill>
              </a:defRPr>
            </a:lvl8pPr>
            <a:lvl9pPr indent="-3048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200"/>
              <a:buChar char="■"/>
              <a:defRPr i="0" sz="1200" u="none" cap="none" strike="noStrike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166" name="Google Shape;166;p38"/>
          <p:cNvSpPr/>
          <p:nvPr>
            <p:ph idx="13" type="pic"/>
          </p:nvPr>
        </p:nvSpPr>
        <p:spPr>
          <a:xfrm>
            <a:off x="6085650" y="1306975"/>
            <a:ext cx="1147800" cy="1147800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p38"/>
          <p:cNvSpPr txBox="1"/>
          <p:nvPr>
            <p:ph idx="14" type="body"/>
          </p:nvPr>
        </p:nvSpPr>
        <p:spPr>
          <a:xfrm>
            <a:off x="7338225" y="1429975"/>
            <a:ext cx="1257600" cy="9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i="0" sz="1200" u="none" cap="none" strike="noStrike">
                <a:solidFill>
                  <a:srgbClr val="000000"/>
                </a:solidFill>
              </a:defRPr>
            </a:lvl1pPr>
            <a:lvl2pPr indent="-304800" lvl="1" marL="914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i="0" sz="1200" u="none" cap="none" strike="noStrike">
                <a:solidFill>
                  <a:srgbClr val="000000"/>
                </a:solidFill>
              </a:defRPr>
            </a:lvl2pPr>
            <a:lvl3pPr indent="-304800" lvl="2" marL="1371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i="0" sz="1200" u="none" cap="none" strike="noStrike">
                <a:solidFill>
                  <a:srgbClr val="000000"/>
                </a:solidFill>
              </a:defRPr>
            </a:lvl3pPr>
            <a:lvl4pPr indent="-304800" lvl="3" marL="1828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i="0" sz="1200" u="none" cap="none" strike="noStrike">
                <a:solidFill>
                  <a:srgbClr val="000000"/>
                </a:solidFill>
              </a:defRPr>
            </a:lvl4pPr>
            <a:lvl5pPr indent="-304800" lvl="4" marL="22860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i="0" sz="1200" u="none" cap="none" strike="noStrike">
                <a:solidFill>
                  <a:srgbClr val="000000"/>
                </a:solidFill>
              </a:defRPr>
            </a:lvl5pPr>
            <a:lvl6pPr indent="-3048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i="0" sz="1200" u="none" cap="none" strike="noStrike">
                <a:solidFill>
                  <a:srgbClr val="000000"/>
                </a:solidFill>
              </a:defRPr>
            </a:lvl6pPr>
            <a:lvl7pPr indent="-3048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i="0" sz="1200" u="none" cap="none" strike="noStrike">
                <a:solidFill>
                  <a:srgbClr val="000000"/>
                </a:solidFill>
              </a:defRPr>
            </a:lvl7pPr>
            <a:lvl8pPr indent="-3048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i="0" sz="1200" u="none" cap="none" strike="noStrike">
                <a:solidFill>
                  <a:srgbClr val="000000"/>
                </a:solidFill>
              </a:defRPr>
            </a:lvl8pPr>
            <a:lvl9pPr indent="-3048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200"/>
              <a:buChar char="■"/>
              <a:defRPr i="0" sz="1200" u="none" cap="none" strike="noStrike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168" name="Google Shape;168;p38"/>
          <p:cNvSpPr/>
          <p:nvPr>
            <p:ph idx="15" type="pic"/>
          </p:nvPr>
        </p:nvSpPr>
        <p:spPr>
          <a:xfrm>
            <a:off x="6085650" y="2791850"/>
            <a:ext cx="1147800" cy="1147800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38"/>
          <p:cNvSpPr txBox="1"/>
          <p:nvPr>
            <p:ph idx="16" type="body"/>
          </p:nvPr>
        </p:nvSpPr>
        <p:spPr>
          <a:xfrm>
            <a:off x="7338225" y="2914850"/>
            <a:ext cx="1257600" cy="9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i="0" sz="1200" u="none" cap="none" strike="noStrike">
                <a:solidFill>
                  <a:srgbClr val="000000"/>
                </a:solidFill>
              </a:defRPr>
            </a:lvl1pPr>
            <a:lvl2pPr indent="-304800" lvl="1" marL="914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i="0" sz="1200" u="none" cap="none" strike="noStrike">
                <a:solidFill>
                  <a:srgbClr val="000000"/>
                </a:solidFill>
              </a:defRPr>
            </a:lvl2pPr>
            <a:lvl3pPr indent="-304800" lvl="2" marL="1371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i="0" sz="1200" u="none" cap="none" strike="noStrike">
                <a:solidFill>
                  <a:srgbClr val="000000"/>
                </a:solidFill>
              </a:defRPr>
            </a:lvl3pPr>
            <a:lvl4pPr indent="-304800" lvl="3" marL="1828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i="0" sz="1200" u="none" cap="none" strike="noStrike">
                <a:solidFill>
                  <a:srgbClr val="000000"/>
                </a:solidFill>
              </a:defRPr>
            </a:lvl4pPr>
            <a:lvl5pPr indent="-304800" lvl="4" marL="22860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i="0" sz="1200" u="none" cap="none" strike="noStrike">
                <a:solidFill>
                  <a:srgbClr val="000000"/>
                </a:solidFill>
              </a:defRPr>
            </a:lvl5pPr>
            <a:lvl6pPr indent="-3048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i="0" sz="1200" u="none" cap="none" strike="noStrike">
                <a:solidFill>
                  <a:srgbClr val="000000"/>
                </a:solidFill>
              </a:defRPr>
            </a:lvl6pPr>
            <a:lvl7pPr indent="-3048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i="0" sz="1200" u="none" cap="none" strike="noStrike">
                <a:solidFill>
                  <a:srgbClr val="000000"/>
                </a:solidFill>
              </a:defRPr>
            </a:lvl7pPr>
            <a:lvl8pPr indent="-3048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i="0" sz="1200" u="none" cap="none" strike="noStrike">
                <a:solidFill>
                  <a:srgbClr val="000000"/>
                </a:solidFill>
              </a:defRPr>
            </a:lvl8pPr>
            <a:lvl9pPr indent="-3048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200"/>
              <a:buChar char="■"/>
              <a:defRPr i="0" sz="1200" u="none" cap="none" strike="noStrike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170" name="Google Shape;170;p3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Person feature slide - 9 person">
  <p:cSld name="CUSTOM_23_1_1_1_1_1_1_2_1_1_1_1_2_2_1_2"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9"/>
          <p:cNvSpPr/>
          <p:nvPr>
            <p:ph idx="2" type="pic"/>
          </p:nvPr>
        </p:nvSpPr>
        <p:spPr>
          <a:xfrm>
            <a:off x="424900" y="1197250"/>
            <a:ext cx="952500" cy="952500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39"/>
          <p:cNvSpPr txBox="1"/>
          <p:nvPr>
            <p:ph type="title"/>
          </p:nvPr>
        </p:nvSpPr>
        <p:spPr>
          <a:xfrm>
            <a:off x="424925" y="315900"/>
            <a:ext cx="82680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dk1"/>
                </a:solidFill>
                <a:highlight>
                  <a:schemeClr val="accent1"/>
                </a:highlight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4" name="Google Shape;174;p39"/>
          <p:cNvSpPr txBox="1"/>
          <p:nvPr>
            <p:ph idx="1" type="subTitle"/>
          </p:nvPr>
        </p:nvSpPr>
        <p:spPr>
          <a:xfrm>
            <a:off x="427950" y="756000"/>
            <a:ext cx="82680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  <a:highlight>
                  <a:schemeClr val="dk1"/>
                </a:highlight>
              </a:defRPr>
            </a:lvl1pPr>
            <a:lvl2pPr lvl="1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/>
        </p:txBody>
      </p:sp>
      <p:sp>
        <p:nvSpPr>
          <p:cNvPr id="175" name="Google Shape;175;p39"/>
          <p:cNvSpPr txBox="1"/>
          <p:nvPr>
            <p:ph idx="3" type="body"/>
          </p:nvPr>
        </p:nvSpPr>
        <p:spPr>
          <a:xfrm>
            <a:off x="1572775" y="1222600"/>
            <a:ext cx="1362300" cy="9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i="0" sz="1200" u="none" cap="none" strike="noStrike">
                <a:solidFill>
                  <a:srgbClr val="000000"/>
                </a:solidFill>
              </a:defRPr>
            </a:lvl1pPr>
            <a:lvl2pPr indent="-304800" lvl="1" marL="914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i="0" sz="1200" u="none" cap="none" strike="noStrike">
                <a:solidFill>
                  <a:srgbClr val="000000"/>
                </a:solidFill>
              </a:defRPr>
            </a:lvl2pPr>
            <a:lvl3pPr indent="-304800" lvl="2" marL="1371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i="0" sz="1200" u="none" cap="none" strike="noStrike">
                <a:solidFill>
                  <a:srgbClr val="000000"/>
                </a:solidFill>
              </a:defRPr>
            </a:lvl3pPr>
            <a:lvl4pPr indent="-304800" lvl="3" marL="1828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i="0" sz="1200" u="none" cap="none" strike="noStrike">
                <a:solidFill>
                  <a:srgbClr val="000000"/>
                </a:solidFill>
              </a:defRPr>
            </a:lvl4pPr>
            <a:lvl5pPr indent="-304800" lvl="4" marL="22860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i="0" sz="1200" u="none" cap="none" strike="noStrike">
                <a:solidFill>
                  <a:srgbClr val="000000"/>
                </a:solidFill>
              </a:defRPr>
            </a:lvl5pPr>
            <a:lvl6pPr indent="-3048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i="0" sz="1200" u="none" cap="none" strike="noStrike">
                <a:solidFill>
                  <a:srgbClr val="000000"/>
                </a:solidFill>
              </a:defRPr>
            </a:lvl6pPr>
            <a:lvl7pPr indent="-3048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i="0" sz="1200" u="none" cap="none" strike="noStrike">
                <a:solidFill>
                  <a:srgbClr val="000000"/>
                </a:solidFill>
              </a:defRPr>
            </a:lvl7pPr>
            <a:lvl8pPr indent="-3048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i="0" sz="1200" u="none" cap="none" strike="noStrike">
                <a:solidFill>
                  <a:srgbClr val="000000"/>
                </a:solidFill>
              </a:defRPr>
            </a:lvl8pPr>
            <a:lvl9pPr indent="-3048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200"/>
              <a:buChar char="■"/>
              <a:defRPr i="0" sz="1200" u="none" cap="none" strike="noStrike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176" name="Google Shape;176;p39"/>
          <p:cNvSpPr/>
          <p:nvPr>
            <p:ph idx="4" type="pic"/>
          </p:nvPr>
        </p:nvSpPr>
        <p:spPr>
          <a:xfrm>
            <a:off x="424900" y="2377100"/>
            <a:ext cx="952500" cy="952500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p39"/>
          <p:cNvSpPr txBox="1"/>
          <p:nvPr>
            <p:ph idx="5" type="body"/>
          </p:nvPr>
        </p:nvSpPr>
        <p:spPr>
          <a:xfrm>
            <a:off x="1572775" y="2402450"/>
            <a:ext cx="1362300" cy="9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i="0" sz="1200" u="none" cap="none" strike="noStrike">
                <a:solidFill>
                  <a:srgbClr val="000000"/>
                </a:solidFill>
              </a:defRPr>
            </a:lvl1pPr>
            <a:lvl2pPr indent="-304800" lvl="1" marL="914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i="0" sz="1200" u="none" cap="none" strike="noStrike">
                <a:solidFill>
                  <a:srgbClr val="000000"/>
                </a:solidFill>
              </a:defRPr>
            </a:lvl2pPr>
            <a:lvl3pPr indent="-304800" lvl="2" marL="1371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i="0" sz="1200" u="none" cap="none" strike="noStrike">
                <a:solidFill>
                  <a:srgbClr val="000000"/>
                </a:solidFill>
              </a:defRPr>
            </a:lvl3pPr>
            <a:lvl4pPr indent="-304800" lvl="3" marL="1828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i="0" sz="1200" u="none" cap="none" strike="noStrike">
                <a:solidFill>
                  <a:srgbClr val="000000"/>
                </a:solidFill>
              </a:defRPr>
            </a:lvl4pPr>
            <a:lvl5pPr indent="-304800" lvl="4" marL="22860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i="0" sz="1200" u="none" cap="none" strike="noStrike">
                <a:solidFill>
                  <a:srgbClr val="000000"/>
                </a:solidFill>
              </a:defRPr>
            </a:lvl5pPr>
            <a:lvl6pPr indent="-3048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i="0" sz="1200" u="none" cap="none" strike="noStrike">
                <a:solidFill>
                  <a:srgbClr val="000000"/>
                </a:solidFill>
              </a:defRPr>
            </a:lvl6pPr>
            <a:lvl7pPr indent="-3048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i="0" sz="1200" u="none" cap="none" strike="noStrike">
                <a:solidFill>
                  <a:srgbClr val="000000"/>
                </a:solidFill>
              </a:defRPr>
            </a:lvl7pPr>
            <a:lvl8pPr indent="-3048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i="0" sz="1200" u="none" cap="none" strike="noStrike">
                <a:solidFill>
                  <a:srgbClr val="000000"/>
                </a:solidFill>
              </a:defRPr>
            </a:lvl8pPr>
            <a:lvl9pPr indent="-3048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200"/>
              <a:buChar char="■"/>
              <a:defRPr i="0" sz="1200" u="none" cap="none" strike="noStrike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178" name="Google Shape;178;p39"/>
          <p:cNvSpPr/>
          <p:nvPr>
            <p:ph idx="6" type="pic"/>
          </p:nvPr>
        </p:nvSpPr>
        <p:spPr>
          <a:xfrm>
            <a:off x="424900" y="3556950"/>
            <a:ext cx="952500" cy="952500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p39"/>
          <p:cNvSpPr txBox="1"/>
          <p:nvPr>
            <p:ph idx="7" type="body"/>
          </p:nvPr>
        </p:nvSpPr>
        <p:spPr>
          <a:xfrm>
            <a:off x="1572775" y="3582300"/>
            <a:ext cx="1362300" cy="9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i="0" sz="1200" u="none" cap="none" strike="noStrike">
                <a:solidFill>
                  <a:srgbClr val="000000"/>
                </a:solidFill>
              </a:defRPr>
            </a:lvl1pPr>
            <a:lvl2pPr indent="-304800" lvl="1" marL="914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i="0" sz="1200" u="none" cap="none" strike="noStrike">
                <a:solidFill>
                  <a:srgbClr val="000000"/>
                </a:solidFill>
              </a:defRPr>
            </a:lvl2pPr>
            <a:lvl3pPr indent="-304800" lvl="2" marL="1371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i="0" sz="1200" u="none" cap="none" strike="noStrike">
                <a:solidFill>
                  <a:srgbClr val="000000"/>
                </a:solidFill>
              </a:defRPr>
            </a:lvl3pPr>
            <a:lvl4pPr indent="-304800" lvl="3" marL="1828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i="0" sz="1200" u="none" cap="none" strike="noStrike">
                <a:solidFill>
                  <a:srgbClr val="000000"/>
                </a:solidFill>
              </a:defRPr>
            </a:lvl4pPr>
            <a:lvl5pPr indent="-304800" lvl="4" marL="22860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i="0" sz="1200" u="none" cap="none" strike="noStrike">
                <a:solidFill>
                  <a:srgbClr val="000000"/>
                </a:solidFill>
              </a:defRPr>
            </a:lvl5pPr>
            <a:lvl6pPr indent="-3048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i="0" sz="1200" u="none" cap="none" strike="noStrike">
                <a:solidFill>
                  <a:srgbClr val="000000"/>
                </a:solidFill>
              </a:defRPr>
            </a:lvl6pPr>
            <a:lvl7pPr indent="-3048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i="0" sz="1200" u="none" cap="none" strike="noStrike">
                <a:solidFill>
                  <a:srgbClr val="000000"/>
                </a:solidFill>
              </a:defRPr>
            </a:lvl7pPr>
            <a:lvl8pPr indent="-3048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i="0" sz="1200" u="none" cap="none" strike="noStrike">
                <a:solidFill>
                  <a:srgbClr val="000000"/>
                </a:solidFill>
              </a:defRPr>
            </a:lvl8pPr>
            <a:lvl9pPr indent="-3048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200"/>
              <a:buChar char="■"/>
              <a:defRPr i="0" sz="1200" u="none" cap="none" strike="noStrike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180" name="Google Shape;180;p39"/>
          <p:cNvSpPr/>
          <p:nvPr>
            <p:ph idx="8" type="pic"/>
          </p:nvPr>
        </p:nvSpPr>
        <p:spPr>
          <a:xfrm>
            <a:off x="3271187" y="1197250"/>
            <a:ext cx="952500" cy="952500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39"/>
          <p:cNvSpPr txBox="1"/>
          <p:nvPr>
            <p:ph idx="9" type="body"/>
          </p:nvPr>
        </p:nvSpPr>
        <p:spPr>
          <a:xfrm>
            <a:off x="4419063" y="1222600"/>
            <a:ext cx="1362300" cy="9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i="0" sz="1200" u="none" cap="none" strike="noStrike">
                <a:solidFill>
                  <a:srgbClr val="000000"/>
                </a:solidFill>
              </a:defRPr>
            </a:lvl1pPr>
            <a:lvl2pPr indent="-304800" lvl="1" marL="914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i="0" sz="1200" u="none" cap="none" strike="noStrike">
                <a:solidFill>
                  <a:srgbClr val="000000"/>
                </a:solidFill>
              </a:defRPr>
            </a:lvl2pPr>
            <a:lvl3pPr indent="-304800" lvl="2" marL="1371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i="0" sz="1200" u="none" cap="none" strike="noStrike">
                <a:solidFill>
                  <a:srgbClr val="000000"/>
                </a:solidFill>
              </a:defRPr>
            </a:lvl3pPr>
            <a:lvl4pPr indent="-304800" lvl="3" marL="1828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i="0" sz="1200" u="none" cap="none" strike="noStrike">
                <a:solidFill>
                  <a:srgbClr val="000000"/>
                </a:solidFill>
              </a:defRPr>
            </a:lvl4pPr>
            <a:lvl5pPr indent="-304800" lvl="4" marL="22860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i="0" sz="1200" u="none" cap="none" strike="noStrike">
                <a:solidFill>
                  <a:srgbClr val="000000"/>
                </a:solidFill>
              </a:defRPr>
            </a:lvl5pPr>
            <a:lvl6pPr indent="-3048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i="0" sz="1200" u="none" cap="none" strike="noStrike">
                <a:solidFill>
                  <a:srgbClr val="000000"/>
                </a:solidFill>
              </a:defRPr>
            </a:lvl6pPr>
            <a:lvl7pPr indent="-3048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i="0" sz="1200" u="none" cap="none" strike="noStrike">
                <a:solidFill>
                  <a:srgbClr val="000000"/>
                </a:solidFill>
              </a:defRPr>
            </a:lvl7pPr>
            <a:lvl8pPr indent="-3048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i="0" sz="1200" u="none" cap="none" strike="noStrike">
                <a:solidFill>
                  <a:srgbClr val="000000"/>
                </a:solidFill>
              </a:defRPr>
            </a:lvl8pPr>
            <a:lvl9pPr indent="-3048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200"/>
              <a:buChar char="■"/>
              <a:defRPr i="0" sz="1200" u="none" cap="none" strike="noStrike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182" name="Google Shape;182;p39"/>
          <p:cNvSpPr/>
          <p:nvPr>
            <p:ph idx="13" type="pic"/>
          </p:nvPr>
        </p:nvSpPr>
        <p:spPr>
          <a:xfrm>
            <a:off x="3271187" y="2377100"/>
            <a:ext cx="952500" cy="952500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p39"/>
          <p:cNvSpPr txBox="1"/>
          <p:nvPr>
            <p:ph idx="14" type="body"/>
          </p:nvPr>
        </p:nvSpPr>
        <p:spPr>
          <a:xfrm>
            <a:off x="4419063" y="2402450"/>
            <a:ext cx="1362300" cy="9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i="0" sz="1200" u="none" cap="none" strike="noStrike">
                <a:solidFill>
                  <a:srgbClr val="000000"/>
                </a:solidFill>
              </a:defRPr>
            </a:lvl1pPr>
            <a:lvl2pPr indent="-304800" lvl="1" marL="914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i="0" sz="1200" u="none" cap="none" strike="noStrike">
                <a:solidFill>
                  <a:srgbClr val="000000"/>
                </a:solidFill>
              </a:defRPr>
            </a:lvl2pPr>
            <a:lvl3pPr indent="-304800" lvl="2" marL="1371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i="0" sz="1200" u="none" cap="none" strike="noStrike">
                <a:solidFill>
                  <a:srgbClr val="000000"/>
                </a:solidFill>
              </a:defRPr>
            </a:lvl3pPr>
            <a:lvl4pPr indent="-304800" lvl="3" marL="1828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i="0" sz="1200" u="none" cap="none" strike="noStrike">
                <a:solidFill>
                  <a:srgbClr val="000000"/>
                </a:solidFill>
              </a:defRPr>
            </a:lvl4pPr>
            <a:lvl5pPr indent="-304800" lvl="4" marL="22860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i="0" sz="1200" u="none" cap="none" strike="noStrike">
                <a:solidFill>
                  <a:srgbClr val="000000"/>
                </a:solidFill>
              </a:defRPr>
            </a:lvl5pPr>
            <a:lvl6pPr indent="-3048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i="0" sz="1200" u="none" cap="none" strike="noStrike">
                <a:solidFill>
                  <a:srgbClr val="000000"/>
                </a:solidFill>
              </a:defRPr>
            </a:lvl6pPr>
            <a:lvl7pPr indent="-3048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i="0" sz="1200" u="none" cap="none" strike="noStrike">
                <a:solidFill>
                  <a:srgbClr val="000000"/>
                </a:solidFill>
              </a:defRPr>
            </a:lvl7pPr>
            <a:lvl8pPr indent="-3048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i="0" sz="1200" u="none" cap="none" strike="noStrike">
                <a:solidFill>
                  <a:srgbClr val="000000"/>
                </a:solidFill>
              </a:defRPr>
            </a:lvl8pPr>
            <a:lvl9pPr indent="-3048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200"/>
              <a:buChar char="■"/>
              <a:defRPr i="0" sz="1200" u="none" cap="none" strike="noStrike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184" name="Google Shape;184;p39"/>
          <p:cNvSpPr/>
          <p:nvPr>
            <p:ph idx="15" type="pic"/>
          </p:nvPr>
        </p:nvSpPr>
        <p:spPr>
          <a:xfrm>
            <a:off x="3271187" y="3556950"/>
            <a:ext cx="952500" cy="952500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p39"/>
          <p:cNvSpPr txBox="1"/>
          <p:nvPr>
            <p:ph idx="16" type="body"/>
          </p:nvPr>
        </p:nvSpPr>
        <p:spPr>
          <a:xfrm>
            <a:off x="4419063" y="3582300"/>
            <a:ext cx="1362300" cy="9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i="0" sz="1200" u="none" cap="none" strike="noStrike">
                <a:solidFill>
                  <a:srgbClr val="000000"/>
                </a:solidFill>
              </a:defRPr>
            </a:lvl1pPr>
            <a:lvl2pPr indent="-304800" lvl="1" marL="914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i="0" sz="1200" u="none" cap="none" strike="noStrike">
                <a:solidFill>
                  <a:srgbClr val="000000"/>
                </a:solidFill>
              </a:defRPr>
            </a:lvl2pPr>
            <a:lvl3pPr indent="-304800" lvl="2" marL="1371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i="0" sz="1200" u="none" cap="none" strike="noStrike">
                <a:solidFill>
                  <a:srgbClr val="000000"/>
                </a:solidFill>
              </a:defRPr>
            </a:lvl3pPr>
            <a:lvl4pPr indent="-304800" lvl="3" marL="1828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i="0" sz="1200" u="none" cap="none" strike="noStrike">
                <a:solidFill>
                  <a:srgbClr val="000000"/>
                </a:solidFill>
              </a:defRPr>
            </a:lvl4pPr>
            <a:lvl5pPr indent="-304800" lvl="4" marL="22860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i="0" sz="1200" u="none" cap="none" strike="noStrike">
                <a:solidFill>
                  <a:srgbClr val="000000"/>
                </a:solidFill>
              </a:defRPr>
            </a:lvl5pPr>
            <a:lvl6pPr indent="-3048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i="0" sz="1200" u="none" cap="none" strike="noStrike">
                <a:solidFill>
                  <a:srgbClr val="000000"/>
                </a:solidFill>
              </a:defRPr>
            </a:lvl6pPr>
            <a:lvl7pPr indent="-3048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i="0" sz="1200" u="none" cap="none" strike="noStrike">
                <a:solidFill>
                  <a:srgbClr val="000000"/>
                </a:solidFill>
              </a:defRPr>
            </a:lvl7pPr>
            <a:lvl8pPr indent="-3048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i="0" sz="1200" u="none" cap="none" strike="noStrike">
                <a:solidFill>
                  <a:srgbClr val="000000"/>
                </a:solidFill>
              </a:defRPr>
            </a:lvl8pPr>
            <a:lvl9pPr indent="-3048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200"/>
              <a:buChar char="■"/>
              <a:defRPr i="0" sz="1200" u="none" cap="none" strike="noStrike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186" name="Google Shape;186;p39"/>
          <p:cNvSpPr/>
          <p:nvPr>
            <p:ph idx="17" type="pic"/>
          </p:nvPr>
        </p:nvSpPr>
        <p:spPr>
          <a:xfrm>
            <a:off x="6117487" y="1197250"/>
            <a:ext cx="952500" cy="952500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p39"/>
          <p:cNvSpPr txBox="1"/>
          <p:nvPr>
            <p:ph idx="18" type="body"/>
          </p:nvPr>
        </p:nvSpPr>
        <p:spPr>
          <a:xfrm>
            <a:off x="7265363" y="1222600"/>
            <a:ext cx="1362300" cy="9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i="0" sz="1200" u="none" cap="none" strike="noStrike">
                <a:solidFill>
                  <a:srgbClr val="000000"/>
                </a:solidFill>
              </a:defRPr>
            </a:lvl1pPr>
            <a:lvl2pPr indent="-304800" lvl="1" marL="914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i="0" sz="1200" u="none" cap="none" strike="noStrike">
                <a:solidFill>
                  <a:srgbClr val="000000"/>
                </a:solidFill>
              </a:defRPr>
            </a:lvl2pPr>
            <a:lvl3pPr indent="-304800" lvl="2" marL="1371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i="0" sz="1200" u="none" cap="none" strike="noStrike">
                <a:solidFill>
                  <a:srgbClr val="000000"/>
                </a:solidFill>
              </a:defRPr>
            </a:lvl3pPr>
            <a:lvl4pPr indent="-304800" lvl="3" marL="1828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i="0" sz="1200" u="none" cap="none" strike="noStrike">
                <a:solidFill>
                  <a:srgbClr val="000000"/>
                </a:solidFill>
              </a:defRPr>
            </a:lvl4pPr>
            <a:lvl5pPr indent="-304800" lvl="4" marL="22860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i="0" sz="1200" u="none" cap="none" strike="noStrike">
                <a:solidFill>
                  <a:srgbClr val="000000"/>
                </a:solidFill>
              </a:defRPr>
            </a:lvl5pPr>
            <a:lvl6pPr indent="-3048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i="0" sz="1200" u="none" cap="none" strike="noStrike">
                <a:solidFill>
                  <a:srgbClr val="000000"/>
                </a:solidFill>
              </a:defRPr>
            </a:lvl6pPr>
            <a:lvl7pPr indent="-3048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i="0" sz="1200" u="none" cap="none" strike="noStrike">
                <a:solidFill>
                  <a:srgbClr val="000000"/>
                </a:solidFill>
              </a:defRPr>
            </a:lvl7pPr>
            <a:lvl8pPr indent="-3048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i="0" sz="1200" u="none" cap="none" strike="noStrike">
                <a:solidFill>
                  <a:srgbClr val="000000"/>
                </a:solidFill>
              </a:defRPr>
            </a:lvl8pPr>
            <a:lvl9pPr indent="-3048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200"/>
              <a:buChar char="■"/>
              <a:defRPr i="0" sz="1200" u="none" cap="none" strike="noStrike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188" name="Google Shape;188;p39"/>
          <p:cNvSpPr/>
          <p:nvPr>
            <p:ph idx="19" type="pic"/>
          </p:nvPr>
        </p:nvSpPr>
        <p:spPr>
          <a:xfrm>
            <a:off x="6117487" y="2377100"/>
            <a:ext cx="952500" cy="952500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p39"/>
          <p:cNvSpPr txBox="1"/>
          <p:nvPr>
            <p:ph idx="20" type="body"/>
          </p:nvPr>
        </p:nvSpPr>
        <p:spPr>
          <a:xfrm>
            <a:off x="7265363" y="2402450"/>
            <a:ext cx="1362300" cy="9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i="0" sz="1200" u="none" cap="none" strike="noStrike">
                <a:solidFill>
                  <a:srgbClr val="000000"/>
                </a:solidFill>
              </a:defRPr>
            </a:lvl1pPr>
            <a:lvl2pPr indent="-304800" lvl="1" marL="914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i="0" sz="1200" u="none" cap="none" strike="noStrike">
                <a:solidFill>
                  <a:srgbClr val="000000"/>
                </a:solidFill>
              </a:defRPr>
            </a:lvl2pPr>
            <a:lvl3pPr indent="-304800" lvl="2" marL="1371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i="0" sz="1200" u="none" cap="none" strike="noStrike">
                <a:solidFill>
                  <a:srgbClr val="000000"/>
                </a:solidFill>
              </a:defRPr>
            </a:lvl3pPr>
            <a:lvl4pPr indent="-304800" lvl="3" marL="1828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i="0" sz="1200" u="none" cap="none" strike="noStrike">
                <a:solidFill>
                  <a:srgbClr val="000000"/>
                </a:solidFill>
              </a:defRPr>
            </a:lvl4pPr>
            <a:lvl5pPr indent="-304800" lvl="4" marL="22860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i="0" sz="1200" u="none" cap="none" strike="noStrike">
                <a:solidFill>
                  <a:srgbClr val="000000"/>
                </a:solidFill>
              </a:defRPr>
            </a:lvl5pPr>
            <a:lvl6pPr indent="-3048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i="0" sz="1200" u="none" cap="none" strike="noStrike">
                <a:solidFill>
                  <a:srgbClr val="000000"/>
                </a:solidFill>
              </a:defRPr>
            </a:lvl6pPr>
            <a:lvl7pPr indent="-3048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i="0" sz="1200" u="none" cap="none" strike="noStrike">
                <a:solidFill>
                  <a:srgbClr val="000000"/>
                </a:solidFill>
              </a:defRPr>
            </a:lvl7pPr>
            <a:lvl8pPr indent="-3048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i="0" sz="1200" u="none" cap="none" strike="noStrike">
                <a:solidFill>
                  <a:srgbClr val="000000"/>
                </a:solidFill>
              </a:defRPr>
            </a:lvl8pPr>
            <a:lvl9pPr indent="-3048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200"/>
              <a:buChar char="■"/>
              <a:defRPr i="0" sz="1200" u="none" cap="none" strike="noStrike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190" name="Google Shape;190;p39"/>
          <p:cNvSpPr/>
          <p:nvPr>
            <p:ph idx="21" type="pic"/>
          </p:nvPr>
        </p:nvSpPr>
        <p:spPr>
          <a:xfrm>
            <a:off x="6117487" y="3556950"/>
            <a:ext cx="952500" cy="952500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p39"/>
          <p:cNvSpPr txBox="1"/>
          <p:nvPr>
            <p:ph idx="22" type="body"/>
          </p:nvPr>
        </p:nvSpPr>
        <p:spPr>
          <a:xfrm>
            <a:off x="7265363" y="3582300"/>
            <a:ext cx="1362300" cy="9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i="0" sz="1200" u="none" cap="none" strike="noStrike">
                <a:solidFill>
                  <a:srgbClr val="000000"/>
                </a:solidFill>
              </a:defRPr>
            </a:lvl1pPr>
            <a:lvl2pPr indent="-304800" lvl="1" marL="914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i="0" sz="1200" u="none" cap="none" strike="noStrike">
                <a:solidFill>
                  <a:srgbClr val="000000"/>
                </a:solidFill>
              </a:defRPr>
            </a:lvl2pPr>
            <a:lvl3pPr indent="-304800" lvl="2" marL="1371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i="0" sz="1200" u="none" cap="none" strike="noStrike">
                <a:solidFill>
                  <a:srgbClr val="000000"/>
                </a:solidFill>
              </a:defRPr>
            </a:lvl3pPr>
            <a:lvl4pPr indent="-304800" lvl="3" marL="1828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i="0" sz="1200" u="none" cap="none" strike="noStrike">
                <a:solidFill>
                  <a:srgbClr val="000000"/>
                </a:solidFill>
              </a:defRPr>
            </a:lvl4pPr>
            <a:lvl5pPr indent="-304800" lvl="4" marL="22860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i="0" sz="1200" u="none" cap="none" strike="noStrike">
                <a:solidFill>
                  <a:srgbClr val="000000"/>
                </a:solidFill>
              </a:defRPr>
            </a:lvl5pPr>
            <a:lvl6pPr indent="-3048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i="0" sz="1200" u="none" cap="none" strike="noStrike">
                <a:solidFill>
                  <a:srgbClr val="000000"/>
                </a:solidFill>
              </a:defRPr>
            </a:lvl6pPr>
            <a:lvl7pPr indent="-3048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i="0" sz="1200" u="none" cap="none" strike="noStrike">
                <a:solidFill>
                  <a:srgbClr val="000000"/>
                </a:solidFill>
              </a:defRPr>
            </a:lvl7pPr>
            <a:lvl8pPr indent="-3048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i="0" sz="1200" u="none" cap="none" strike="noStrike">
                <a:solidFill>
                  <a:srgbClr val="000000"/>
                </a:solidFill>
              </a:defRPr>
            </a:lvl8pPr>
            <a:lvl9pPr indent="-3048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200"/>
              <a:buChar char="■"/>
              <a:defRPr i="0" sz="1200" u="none" cap="none" strike="noStrike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192" name="Google Shape;192;p3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2 Person feature slide - 2 person">
  <p:cSld name="CUSTOM_22_1_1_1_1_1_1_1_1_1_1_1_1_1"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40"/>
          <p:cNvSpPr txBox="1"/>
          <p:nvPr>
            <p:ph type="title"/>
          </p:nvPr>
        </p:nvSpPr>
        <p:spPr>
          <a:xfrm>
            <a:off x="419750" y="315325"/>
            <a:ext cx="8276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i="0" u="none" cap="none" strike="noStrike">
                <a:solidFill>
                  <a:schemeClr val="dk1"/>
                </a:solidFill>
                <a:highlight>
                  <a:schemeClr val="accent1"/>
                </a:highlight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>
                <a:solidFill>
                  <a:schemeClr val="dk1"/>
                </a:solidFill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>
                <a:solidFill>
                  <a:schemeClr val="dk1"/>
                </a:solidFill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>
                <a:solidFill>
                  <a:schemeClr val="dk1"/>
                </a:solidFill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>
                <a:solidFill>
                  <a:schemeClr val="dk1"/>
                </a:solidFill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>
                <a:solidFill>
                  <a:schemeClr val="dk1"/>
                </a:solidFill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>
                <a:solidFill>
                  <a:schemeClr val="dk1"/>
                </a:solidFill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>
                <a:solidFill>
                  <a:schemeClr val="dk1"/>
                </a:solidFill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5" name="Google Shape;195;p40"/>
          <p:cNvSpPr/>
          <p:nvPr>
            <p:ph idx="2" type="pic"/>
          </p:nvPr>
        </p:nvSpPr>
        <p:spPr>
          <a:xfrm>
            <a:off x="3355850" y="888077"/>
            <a:ext cx="2627100" cy="3003300"/>
          </a:xfrm>
          <a:prstGeom prst="rect">
            <a:avLst/>
          </a:prstGeom>
          <a:noFill/>
          <a:ln>
            <a:noFill/>
          </a:ln>
        </p:spPr>
      </p:sp>
      <p:sp>
        <p:nvSpPr>
          <p:cNvPr id="196" name="Google Shape;196;p40"/>
          <p:cNvSpPr/>
          <p:nvPr>
            <p:ph idx="3" type="pic"/>
          </p:nvPr>
        </p:nvSpPr>
        <p:spPr>
          <a:xfrm>
            <a:off x="6178675" y="888024"/>
            <a:ext cx="2627100" cy="3003300"/>
          </a:xfrm>
          <a:prstGeom prst="rect">
            <a:avLst/>
          </a:prstGeom>
          <a:noFill/>
          <a:ln>
            <a:noFill/>
          </a:ln>
        </p:spPr>
      </p:sp>
      <p:sp>
        <p:nvSpPr>
          <p:cNvPr id="197" name="Google Shape;197;p40"/>
          <p:cNvSpPr txBox="1"/>
          <p:nvPr>
            <p:ph idx="1" type="body"/>
          </p:nvPr>
        </p:nvSpPr>
        <p:spPr>
          <a:xfrm>
            <a:off x="3355800" y="4050675"/>
            <a:ext cx="2627100" cy="7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b="1" sz="1200"/>
            </a:lvl1pPr>
            <a:lvl2pPr indent="-3048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○"/>
              <a:defRPr b="1" sz="1200"/>
            </a:lvl2pPr>
            <a:lvl3pPr indent="-3048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■"/>
              <a:defRPr b="1" sz="1200"/>
            </a:lvl3pPr>
            <a:lvl4pPr indent="-3048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●"/>
              <a:defRPr b="1" sz="1200"/>
            </a:lvl4pPr>
            <a:lvl5pPr indent="-3048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○"/>
              <a:defRPr b="1" sz="1200"/>
            </a:lvl5pPr>
            <a:lvl6pPr indent="-3048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■"/>
              <a:defRPr b="1" sz="1200"/>
            </a:lvl6pPr>
            <a:lvl7pPr indent="-3048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●"/>
              <a:defRPr b="1" sz="1200"/>
            </a:lvl7pPr>
            <a:lvl8pPr indent="-3048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○"/>
              <a:defRPr b="1" sz="1200"/>
            </a:lvl8pPr>
            <a:lvl9pPr indent="-304800" lvl="8" marL="41148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SzPts val="1200"/>
              <a:buChar char="■"/>
              <a:defRPr b="1" sz="1200"/>
            </a:lvl9pPr>
          </a:lstStyle>
          <a:p/>
        </p:txBody>
      </p:sp>
      <p:sp>
        <p:nvSpPr>
          <p:cNvPr id="198" name="Google Shape;198;p40"/>
          <p:cNvSpPr txBox="1"/>
          <p:nvPr>
            <p:ph idx="4" type="body"/>
          </p:nvPr>
        </p:nvSpPr>
        <p:spPr>
          <a:xfrm>
            <a:off x="6208408" y="4050675"/>
            <a:ext cx="2597400" cy="7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b="1" sz="1200"/>
            </a:lvl1pPr>
            <a:lvl2pPr indent="-3048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○"/>
              <a:defRPr b="1" sz="1200"/>
            </a:lvl2pPr>
            <a:lvl3pPr indent="-3048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■"/>
              <a:defRPr b="1" sz="1200"/>
            </a:lvl3pPr>
            <a:lvl4pPr indent="-3048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●"/>
              <a:defRPr b="1" sz="1200"/>
            </a:lvl4pPr>
            <a:lvl5pPr indent="-3048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○"/>
              <a:defRPr b="1" sz="1200"/>
            </a:lvl5pPr>
            <a:lvl6pPr indent="-3048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■"/>
              <a:defRPr b="1" sz="1200"/>
            </a:lvl6pPr>
            <a:lvl7pPr indent="-3048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●"/>
              <a:defRPr b="1" sz="1200"/>
            </a:lvl7pPr>
            <a:lvl8pPr indent="-3048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○"/>
              <a:defRPr b="1" sz="1200"/>
            </a:lvl8pPr>
            <a:lvl9pPr indent="-304800" lvl="8" marL="41148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SzPts val="1200"/>
              <a:buChar char="■"/>
              <a:defRPr b="1" sz="1200"/>
            </a:lvl9pPr>
          </a:lstStyle>
          <a:p/>
        </p:txBody>
      </p:sp>
      <p:sp>
        <p:nvSpPr>
          <p:cNvPr id="199" name="Google Shape;199;p40"/>
          <p:cNvSpPr txBox="1"/>
          <p:nvPr>
            <p:ph idx="5" type="subTitle"/>
          </p:nvPr>
        </p:nvSpPr>
        <p:spPr>
          <a:xfrm>
            <a:off x="420625" y="890400"/>
            <a:ext cx="2418900" cy="16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  <a:highlight>
                  <a:schemeClr val="dk1"/>
                </a:highlight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  <a:highlight>
                  <a:schemeClr val="dk1"/>
                </a:highlight>
              </a:defRPr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  <a:highlight>
                  <a:schemeClr val="dk1"/>
                </a:highlight>
              </a:defRPr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  <a:highlight>
                  <a:schemeClr val="dk1"/>
                </a:highlight>
              </a:defRPr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  <a:highlight>
                  <a:schemeClr val="dk1"/>
                </a:highlight>
              </a:defRPr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  <a:highlight>
                  <a:schemeClr val="dk1"/>
                </a:highlight>
              </a:defRPr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  <a:highlight>
                  <a:schemeClr val="dk1"/>
                </a:highlight>
              </a:defRPr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  <a:highlight>
                  <a:schemeClr val="dk1"/>
                </a:highlight>
              </a:defRPr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200" name="Google Shape;200;p4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2 Person feature slide - 3 person">
  <p:cSld name="CUSTOM_23_1_1_1_1_1_1_1_1_1_1_1_1_1"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41"/>
          <p:cNvSpPr txBox="1"/>
          <p:nvPr>
            <p:ph type="title"/>
          </p:nvPr>
        </p:nvSpPr>
        <p:spPr>
          <a:xfrm>
            <a:off x="419750" y="315325"/>
            <a:ext cx="8276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i="0" u="none" cap="none" strike="noStrike">
                <a:solidFill>
                  <a:schemeClr val="dk1"/>
                </a:solidFill>
                <a:highlight>
                  <a:schemeClr val="accent1"/>
                </a:highlight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>
                <a:solidFill>
                  <a:schemeClr val="dk1"/>
                </a:solidFill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>
                <a:solidFill>
                  <a:schemeClr val="dk1"/>
                </a:solidFill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>
                <a:solidFill>
                  <a:schemeClr val="dk1"/>
                </a:solidFill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>
                <a:solidFill>
                  <a:schemeClr val="dk1"/>
                </a:solidFill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>
                <a:solidFill>
                  <a:schemeClr val="dk1"/>
                </a:solidFill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>
                <a:solidFill>
                  <a:schemeClr val="dk1"/>
                </a:solidFill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>
                <a:solidFill>
                  <a:schemeClr val="dk1"/>
                </a:solidFill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3" name="Google Shape;203;p41"/>
          <p:cNvSpPr/>
          <p:nvPr>
            <p:ph idx="2" type="pic"/>
          </p:nvPr>
        </p:nvSpPr>
        <p:spPr>
          <a:xfrm>
            <a:off x="3355850" y="890401"/>
            <a:ext cx="1730700" cy="2355900"/>
          </a:xfrm>
          <a:prstGeom prst="rect">
            <a:avLst/>
          </a:prstGeom>
          <a:noFill/>
          <a:ln>
            <a:noFill/>
          </a:ln>
        </p:spPr>
      </p:sp>
      <p:sp>
        <p:nvSpPr>
          <p:cNvPr id="204" name="Google Shape;204;p41"/>
          <p:cNvSpPr/>
          <p:nvPr>
            <p:ph idx="3" type="pic"/>
          </p:nvPr>
        </p:nvSpPr>
        <p:spPr>
          <a:xfrm>
            <a:off x="5215455" y="890360"/>
            <a:ext cx="1730700" cy="2355900"/>
          </a:xfrm>
          <a:prstGeom prst="rect">
            <a:avLst/>
          </a:prstGeom>
          <a:noFill/>
          <a:ln>
            <a:noFill/>
          </a:ln>
        </p:spPr>
      </p:sp>
      <p:sp>
        <p:nvSpPr>
          <p:cNvPr id="205" name="Google Shape;205;p41"/>
          <p:cNvSpPr/>
          <p:nvPr>
            <p:ph idx="4" type="pic"/>
          </p:nvPr>
        </p:nvSpPr>
        <p:spPr>
          <a:xfrm>
            <a:off x="7075073" y="890387"/>
            <a:ext cx="1730700" cy="2355900"/>
          </a:xfrm>
          <a:prstGeom prst="rect">
            <a:avLst/>
          </a:prstGeom>
          <a:noFill/>
          <a:ln>
            <a:noFill/>
          </a:ln>
        </p:spPr>
      </p:sp>
      <p:sp>
        <p:nvSpPr>
          <p:cNvPr id="206" name="Google Shape;206;p41"/>
          <p:cNvSpPr txBox="1"/>
          <p:nvPr>
            <p:ph idx="1" type="body"/>
          </p:nvPr>
        </p:nvSpPr>
        <p:spPr>
          <a:xfrm>
            <a:off x="3355800" y="3488427"/>
            <a:ext cx="1730700" cy="13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b="1" sz="1200"/>
            </a:lvl1pPr>
            <a:lvl2pPr indent="-3048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○"/>
              <a:defRPr b="1" sz="1200"/>
            </a:lvl2pPr>
            <a:lvl3pPr indent="-3048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■"/>
              <a:defRPr b="1" sz="1200"/>
            </a:lvl3pPr>
            <a:lvl4pPr indent="-3048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●"/>
              <a:defRPr b="1" sz="1200"/>
            </a:lvl4pPr>
            <a:lvl5pPr indent="-3048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○"/>
              <a:defRPr b="1" sz="1200"/>
            </a:lvl5pPr>
            <a:lvl6pPr indent="-3048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■"/>
              <a:defRPr b="1" sz="1200"/>
            </a:lvl6pPr>
            <a:lvl7pPr indent="-3048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●"/>
              <a:defRPr b="1" sz="1200"/>
            </a:lvl7pPr>
            <a:lvl8pPr indent="-3048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○"/>
              <a:defRPr b="1" sz="1200"/>
            </a:lvl8pPr>
            <a:lvl9pPr indent="-304800" lvl="8" marL="41148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SzPts val="1200"/>
              <a:buChar char="■"/>
              <a:defRPr b="1" sz="1200"/>
            </a:lvl9pPr>
          </a:lstStyle>
          <a:p/>
        </p:txBody>
      </p:sp>
      <p:sp>
        <p:nvSpPr>
          <p:cNvPr id="207" name="Google Shape;207;p41"/>
          <p:cNvSpPr txBox="1"/>
          <p:nvPr>
            <p:ph idx="5" type="body"/>
          </p:nvPr>
        </p:nvSpPr>
        <p:spPr>
          <a:xfrm>
            <a:off x="5256575" y="3488427"/>
            <a:ext cx="1730700" cy="13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b="1" sz="1200"/>
            </a:lvl1pPr>
            <a:lvl2pPr indent="-3048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○"/>
              <a:defRPr b="1" sz="1200"/>
            </a:lvl2pPr>
            <a:lvl3pPr indent="-3048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■"/>
              <a:defRPr b="1" sz="1200"/>
            </a:lvl3pPr>
            <a:lvl4pPr indent="-3048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●"/>
              <a:defRPr b="1" sz="1200"/>
            </a:lvl4pPr>
            <a:lvl5pPr indent="-3048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○"/>
              <a:defRPr b="1" sz="1200"/>
            </a:lvl5pPr>
            <a:lvl6pPr indent="-3048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■"/>
              <a:defRPr b="1" sz="1200"/>
            </a:lvl6pPr>
            <a:lvl7pPr indent="-3048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●"/>
              <a:defRPr b="1" sz="1200"/>
            </a:lvl7pPr>
            <a:lvl8pPr indent="-3048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○"/>
              <a:defRPr b="1" sz="1200"/>
            </a:lvl8pPr>
            <a:lvl9pPr indent="-304800" lvl="8" marL="41148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SzPts val="1200"/>
              <a:buChar char="■"/>
              <a:defRPr b="1" sz="1200"/>
            </a:lvl9pPr>
          </a:lstStyle>
          <a:p/>
        </p:txBody>
      </p:sp>
      <p:sp>
        <p:nvSpPr>
          <p:cNvPr id="208" name="Google Shape;208;p41"/>
          <p:cNvSpPr txBox="1"/>
          <p:nvPr>
            <p:ph idx="6" type="body"/>
          </p:nvPr>
        </p:nvSpPr>
        <p:spPr>
          <a:xfrm>
            <a:off x="7099075" y="3488427"/>
            <a:ext cx="1730700" cy="13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b="1" sz="1200"/>
            </a:lvl1pPr>
            <a:lvl2pPr indent="-3048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○"/>
              <a:defRPr b="1" sz="1200"/>
            </a:lvl2pPr>
            <a:lvl3pPr indent="-3048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■"/>
              <a:defRPr b="1" sz="1200"/>
            </a:lvl3pPr>
            <a:lvl4pPr indent="-3048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●"/>
              <a:defRPr b="1" sz="1200"/>
            </a:lvl4pPr>
            <a:lvl5pPr indent="-3048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○"/>
              <a:defRPr b="1" sz="1200"/>
            </a:lvl5pPr>
            <a:lvl6pPr indent="-3048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■"/>
              <a:defRPr b="1" sz="1200"/>
            </a:lvl6pPr>
            <a:lvl7pPr indent="-3048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●"/>
              <a:defRPr b="1" sz="1200"/>
            </a:lvl7pPr>
            <a:lvl8pPr indent="-3048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○"/>
              <a:defRPr b="1" sz="1200"/>
            </a:lvl8pPr>
            <a:lvl9pPr indent="-304800" lvl="8" marL="41148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SzPts val="1200"/>
              <a:buChar char="■"/>
              <a:defRPr b="1" sz="1200"/>
            </a:lvl9pPr>
          </a:lstStyle>
          <a:p/>
        </p:txBody>
      </p:sp>
      <p:sp>
        <p:nvSpPr>
          <p:cNvPr id="209" name="Google Shape;209;p41"/>
          <p:cNvSpPr txBox="1"/>
          <p:nvPr>
            <p:ph idx="7" type="subTitle"/>
          </p:nvPr>
        </p:nvSpPr>
        <p:spPr>
          <a:xfrm>
            <a:off x="420625" y="890400"/>
            <a:ext cx="2418900" cy="16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  <a:highlight>
                  <a:schemeClr val="dk1"/>
                </a:highlight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  <a:highlight>
                  <a:schemeClr val="dk1"/>
                </a:highlight>
              </a:defRPr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  <a:highlight>
                  <a:schemeClr val="dk1"/>
                </a:highlight>
              </a:defRPr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  <a:highlight>
                  <a:schemeClr val="dk1"/>
                </a:highlight>
              </a:defRPr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  <a:highlight>
                  <a:schemeClr val="dk1"/>
                </a:highlight>
              </a:defRPr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  <a:highlight>
                  <a:schemeClr val="dk1"/>
                </a:highlight>
              </a:defRPr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  <a:highlight>
                  <a:schemeClr val="dk1"/>
                </a:highlight>
              </a:defRPr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  <a:highlight>
                  <a:schemeClr val="dk1"/>
                </a:highlight>
              </a:defRPr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210" name="Google Shape;210;p4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2 Person feature slide - 4 person">
  <p:cSld name="CUSTOM_22_1_1_1_1_1_1_1_1_1_1_1_2_2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2"/>
          <p:cNvSpPr txBox="1"/>
          <p:nvPr>
            <p:ph type="title"/>
          </p:nvPr>
        </p:nvSpPr>
        <p:spPr>
          <a:xfrm>
            <a:off x="419750" y="315325"/>
            <a:ext cx="8276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i="0" u="none" cap="none" strike="noStrike">
                <a:solidFill>
                  <a:schemeClr val="dk1"/>
                </a:solidFill>
                <a:highlight>
                  <a:schemeClr val="accent1"/>
                </a:highlight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>
                <a:solidFill>
                  <a:schemeClr val="dk1"/>
                </a:solidFill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>
                <a:solidFill>
                  <a:schemeClr val="dk1"/>
                </a:solidFill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>
                <a:solidFill>
                  <a:schemeClr val="dk1"/>
                </a:solidFill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>
                <a:solidFill>
                  <a:schemeClr val="dk1"/>
                </a:solidFill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>
                <a:solidFill>
                  <a:schemeClr val="dk1"/>
                </a:solidFill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>
                <a:solidFill>
                  <a:schemeClr val="dk1"/>
                </a:solidFill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>
                <a:solidFill>
                  <a:schemeClr val="dk1"/>
                </a:solidFill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3" name="Google Shape;213;p42"/>
          <p:cNvSpPr/>
          <p:nvPr>
            <p:ph idx="2" type="pic"/>
          </p:nvPr>
        </p:nvSpPr>
        <p:spPr>
          <a:xfrm>
            <a:off x="3355850" y="895435"/>
            <a:ext cx="1290300" cy="1666500"/>
          </a:xfrm>
          <a:prstGeom prst="rect">
            <a:avLst/>
          </a:prstGeom>
          <a:noFill/>
          <a:ln>
            <a:noFill/>
          </a:ln>
        </p:spPr>
      </p:sp>
      <p:sp>
        <p:nvSpPr>
          <p:cNvPr id="214" name="Google Shape;214;p42"/>
          <p:cNvSpPr/>
          <p:nvPr>
            <p:ph idx="3" type="pic"/>
          </p:nvPr>
        </p:nvSpPr>
        <p:spPr>
          <a:xfrm>
            <a:off x="4747126" y="895435"/>
            <a:ext cx="1290300" cy="1666500"/>
          </a:xfrm>
          <a:prstGeom prst="rect">
            <a:avLst/>
          </a:prstGeom>
          <a:noFill/>
          <a:ln>
            <a:noFill/>
          </a:ln>
        </p:spPr>
      </p:sp>
      <p:sp>
        <p:nvSpPr>
          <p:cNvPr id="215" name="Google Shape;215;p42"/>
          <p:cNvSpPr/>
          <p:nvPr>
            <p:ph idx="4" type="pic"/>
          </p:nvPr>
        </p:nvSpPr>
        <p:spPr>
          <a:xfrm>
            <a:off x="6131302" y="895435"/>
            <a:ext cx="1290300" cy="1666500"/>
          </a:xfrm>
          <a:prstGeom prst="rect">
            <a:avLst/>
          </a:prstGeom>
          <a:noFill/>
          <a:ln>
            <a:noFill/>
          </a:ln>
        </p:spPr>
      </p:sp>
      <p:sp>
        <p:nvSpPr>
          <p:cNvPr id="216" name="Google Shape;216;p42"/>
          <p:cNvSpPr/>
          <p:nvPr>
            <p:ph idx="5" type="pic"/>
          </p:nvPr>
        </p:nvSpPr>
        <p:spPr>
          <a:xfrm>
            <a:off x="7515479" y="895435"/>
            <a:ext cx="1290300" cy="1666500"/>
          </a:xfrm>
          <a:prstGeom prst="rect">
            <a:avLst/>
          </a:prstGeom>
          <a:noFill/>
          <a:ln>
            <a:noFill/>
          </a:ln>
        </p:spPr>
      </p:sp>
      <p:sp>
        <p:nvSpPr>
          <p:cNvPr id="217" name="Google Shape;217;p42"/>
          <p:cNvSpPr txBox="1"/>
          <p:nvPr>
            <p:ph idx="1" type="body"/>
          </p:nvPr>
        </p:nvSpPr>
        <p:spPr>
          <a:xfrm>
            <a:off x="3355850" y="2761875"/>
            <a:ext cx="1278000" cy="20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b="1" sz="1200"/>
            </a:lvl1pPr>
            <a:lvl2pPr indent="-3048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○"/>
              <a:defRPr b="1" sz="1200"/>
            </a:lvl2pPr>
            <a:lvl3pPr indent="-3048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■"/>
              <a:defRPr b="1" sz="1200"/>
            </a:lvl3pPr>
            <a:lvl4pPr indent="-3048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●"/>
              <a:defRPr b="1" sz="1200"/>
            </a:lvl4pPr>
            <a:lvl5pPr indent="-3048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○"/>
              <a:defRPr b="1" sz="1200"/>
            </a:lvl5pPr>
            <a:lvl6pPr indent="-3048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■"/>
              <a:defRPr b="1" sz="1200"/>
            </a:lvl6pPr>
            <a:lvl7pPr indent="-3048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●"/>
              <a:defRPr b="1" sz="1200"/>
            </a:lvl7pPr>
            <a:lvl8pPr indent="-3048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○"/>
              <a:defRPr b="1" sz="1200"/>
            </a:lvl8pPr>
            <a:lvl9pPr indent="-304800" lvl="8" marL="41148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SzPts val="1200"/>
              <a:buChar char="■"/>
              <a:defRPr b="1" sz="1200"/>
            </a:lvl9pPr>
          </a:lstStyle>
          <a:p/>
        </p:txBody>
      </p:sp>
      <p:sp>
        <p:nvSpPr>
          <p:cNvPr id="218" name="Google Shape;218;p42"/>
          <p:cNvSpPr txBox="1"/>
          <p:nvPr>
            <p:ph idx="6" type="body"/>
          </p:nvPr>
        </p:nvSpPr>
        <p:spPr>
          <a:xfrm>
            <a:off x="4759429" y="2761875"/>
            <a:ext cx="1278000" cy="20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b="1" sz="1200"/>
            </a:lvl1pPr>
            <a:lvl2pPr indent="-3048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○"/>
              <a:defRPr b="1" sz="1200"/>
            </a:lvl2pPr>
            <a:lvl3pPr indent="-3048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■"/>
              <a:defRPr b="1" sz="1200"/>
            </a:lvl3pPr>
            <a:lvl4pPr indent="-3048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●"/>
              <a:defRPr b="1" sz="1200"/>
            </a:lvl4pPr>
            <a:lvl5pPr indent="-3048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○"/>
              <a:defRPr b="1" sz="1200"/>
            </a:lvl5pPr>
            <a:lvl6pPr indent="-3048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■"/>
              <a:defRPr b="1" sz="1200"/>
            </a:lvl6pPr>
            <a:lvl7pPr indent="-3048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●"/>
              <a:defRPr b="1" sz="1200"/>
            </a:lvl7pPr>
            <a:lvl8pPr indent="-3048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○"/>
              <a:defRPr b="1" sz="1200"/>
            </a:lvl8pPr>
            <a:lvl9pPr indent="-304800" lvl="8" marL="41148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SzPts val="1200"/>
              <a:buChar char="■"/>
              <a:defRPr b="1" sz="1200"/>
            </a:lvl9pPr>
          </a:lstStyle>
          <a:p/>
        </p:txBody>
      </p:sp>
      <p:sp>
        <p:nvSpPr>
          <p:cNvPr id="219" name="Google Shape;219;p42"/>
          <p:cNvSpPr txBox="1"/>
          <p:nvPr>
            <p:ph idx="7" type="body"/>
          </p:nvPr>
        </p:nvSpPr>
        <p:spPr>
          <a:xfrm>
            <a:off x="6131296" y="2761875"/>
            <a:ext cx="1278000" cy="20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b="1" sz="1200"/>
            </a:lvl1pPr>
            <a:lvl2pPr indent="-3048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○"/>
              <a:defRPr b="1" sz="1200"/>
            </a:lvl2pPr>
            <a:lvl3pPr indent="-3048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■"/>
              <a:defRPr b="1" sz="1200"/>
            </a:lvl3pPr>
            <a:lvl4pPr indent="-3048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●"/>
              <a:defRPr b="1" sz="1200"/>
            </a:lvl4pPr>
            <a:lvl5pPr indent="-3048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○"/>
              <a:defRPr b="1" sz="1200"/>
            </a:lvl5pPr>
            <a:lvl6pPr indent="-3048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■"/>
              <a:defRPr b="1" sz="1200"/>
            </a:lvl6pPr>
            <a:lvl7pPr indent="-3048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●"/>
              <a:defRPr b="1" sz="1200"/>
            </a:lvl7pPr>
            <a:lvl8pPr indent="-3048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○"/>
              <a:defRPr b="1" sz="1200"/>
            </a:lvl8pPr>
            <a:lvl9pPr indent="-304800" lvl="8" marL="41148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SzPts val="1200"/>
              <a:buChar char="■"/>
              <a:defRPr b="1" sz="1200"/>
            </a:lvl9pPr>
          </a:lstStyle>
          <a:p/>
        </p:txBody>
      </p:sp>
      <p:sp>
        <p:nvSpPr>
          <p:cNvPr id="220" name="Google Shape;220;p42"/>
          <p:cNvSpPr txBox="1"/>
          <p:nvPr>
            <p:ph idx="8" type="body"/>
          </p:nvPr>
        </p:nvSpPr>
        <p:spPr>
          <a:xfrm>
            <a:off x="7534875" y="2761875"/>
            <a:ext cx="1278000" cy="20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b="1" sz="1200"/>
            </a:lvl1pPr>
            <a:lvl2pPr indent="-3048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○"/>
              <a:defRPr b="1" sz="1200"/>
            </a:lvl2pPr>
            <a:lvl3pPr indent="-3048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■"/>
              <a:defRPr b="1" sz="1200"/>
            </a:lvl3pPr>
            <a:lvl4pPr indent="-3048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●"/>
              <a:defRPr b="1" sz="1200"/>
            </a:lvl4pPr>
            <a:lvl5pPr indent="-3048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○"/>
              <a:defRPr b="1" sz="1200"/>
            </a:lvl5pPr>
            <a:lvl6pPr indent="-3048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■"/>
              <a:defRPr b="1" sz="1200"/>
            </a:lvl6pPr>
            <a:lvl7pPr indent="-3048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●"/>
              <a:defRPr b="1" sz="1200"/>
            </a:lvl7pPr>
            <a:lvl8pPr indent="-3048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○"/>
              <a:defRPr b="1" sz="1200"/>
            </a:lvl8pPr>
            <a:lvl9pPr indent="-304800" lvl="8" marL="41148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SzPts val="1200"/>
              <a:buChar char="■"/>
              <a:defRPr b="1" sz="1200"/>
            </a:lvl9pPr>
          </a:lstStyle>
          <a:p/>
        </p:txBody>
      </p:sp>
      <p:sp>
        <p:nvSpPr>
          <p:cNvPr id="221" name="Google Shape;221;p42"/>
          <p:cNvSpPr txBox="1"/>
          <p:nvPr>
            <p:ph idx="9" type="subTitle"/>
          </p:nvPr>
        </p:nvSpPr>
        <p:spPr>
          <a:xfrm>
            <a:off x="420625" y="890400"/>
            <a:ext cx="2414100" cy="16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  <a:highlight>
                  <a:schemeClr val="dk1"/>
                </a:highlight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  <a:highlight>
                  <a:schemeClr val="dk1"/>
                </a:highlight>
              </a:defRPr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  <a:highlight>
                  <a:schemeClr val="dk1"/>
                </a:highlight>
              </a:defRPr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  <a:highlight>
                  <a:schemeClr val="dk1"/>
                </a:highlight>
              </a:defRPr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  <a:highlight>
                  <a:schemeClr val="dk1"/>
                </a:highlight>
              </a:defRPr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  <a:highlight>
                  <a:schemeClr val="dk1"/>
                </a:highlight>
              </a:defRPr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  <a:highlight>
                  <a:schemeClr val="dk1"/>
                </a:highlight>
              </a:defRPr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  <a:highlight>
                  <a:schemeClr val="dk1"/>
                </a:highlight>
              </a:defRPr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222" name="Google Shape;222;p4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Section intro slide options →">
  <p:cSld name="CUSTOM_20_1_1">
    <p:bg>
      <p:bgPr>
        <a:solidFill>
          <a:schemeClr val="accent5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43"/>
          <p:cNvSpPr txBox="1"/>
          <p:nvPr/>
        </p:nvSpPr>
        <p:spPr>
          <a:xfrm>
            <a:off x="2411725" y="1574245"/>
            <a:ext cx="6288300" cy="199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rgbClr val="FFFFFF"/>
                </a:solidFill>
                <a:highlight>
                  <a:srgbClr val="191919"/>
                </a:highlight>
                <a:latin typeface="Arial"/>
                <a:ea typeface="Arial"/>
                <a:cs typeface="Arial"/>
                <a:sym typeface="Arial"/>
              </a:rPr>
              <a:t>Section intros and dividers</a:t>
            </a:r>
            <a:endParaRPr b="1" i="0" sz="7200" u="none" cap="none" strike="noStrike">
              <a:solidFill>
                <a:srgbClr val="FFFFFF"/>
              </a:solidFill>
              <a:highlight>
                <a:srgbClr val="191919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43"/>
          <p:cNvSpPr/>
          <p:nvPr/>
        </p:nvSpPr>
        <p:spPr>
          <a:xfrm>
            <a:off x="0" y="0"/>
            <a:ext cx="2168400" cy="5143500"/>
          </a:xfrm>
          <a:prstGeom prst="rightArrowCallout">
            <a:avLst>
              <a:gd fmla="val 25000" name="adj1"/>
              <a:gd fmla="val 25000" name="adj2"/>
              <a:gd fmla="val 25000" name="adj3"/>
              <a:gd fmla="val 64977" name="adj4"/>
            </a:avLst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4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Section intro slide - White">
  <p:cSld name="CUSTOM_19_1_1_2">
    <p:bg>
      <p:bgPr>
        <a:solidFill>
          <a:schemeClr val="lt1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Google Shape;228;p44"/>
          <p:cNvPicPr preferRelativeResize="0"/>
          <p:nvPr/>
        </p:nvPicPr>
        <p:blipFill rotWithShape="1">
          <a:blip r:embed="rId2">
            <a:alphaModFix/>
          </a:blip>
          <a:srcRect b="8920" l="7060" r="5885" t="13181"/>
          <a:stretch/>
        </p:blipFill>
        <p:spPr>
          <a:xfrm>
            <a:off x="7964425" y="4428975"/>
            <a:ext cx="930449" cy="48905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44"/>
          <p:cNvSpPr txBox="1"/>
          <p:nvPr>
            <p:ph type="ctrTitle"/>
          </p:nvPr>
        </p:nvSpPr>
        <p:spPr>
          <a:xfrm>
            <a:off x="420625" y="994550"/>
            <a:ext cx="8275200" cy="2937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30" name="Google Shape;230;p44"/>
          <p:cNvSpPr txBox="1"/>
          <p:nvPr>
            <p:ph idx="1" type="subTitle"/>
          </p:nvPr>
        </p:nvSpPr>
        <p:spPr>
          <a:xfrm>
            <a:off x="420600" y="3931450"/>
            <a:ext cx="82752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>
                <a:highlight>
                  <a:schemeClr val="accent1"/>
                </a:highlight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31" name="Google Shape;231;p4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Section intro slide - Black">
  <p:cSld name="CUSTOM_19_1_1">
    <p:bg>
      <p:bgPr>
        <a:solidFill>
          <a:schemeClr val="dk1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5"/>
          <p:cNvSpPr txBox="1"/>
          <p:nvPr>
            <p:ph type="ctrTitle"/>
          </p:nvPr>
        </p:nvSpPr>
        <p:spPr>
          <a:xfrm>
            <a:off x="420625" y="994550"/>
            <a:ext cx="8275200" cy="2937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4" name="Google Shape;234;p45"/>
          <p:cNvSpPr txBox="1"/>
          <p:nvPr>
            <p:ph idx="1" type="subTitle"/>
          </p:nvPr>
        </p:nvSpPr>
        <p:spPr>
          <a:xfrm>
            <a:off x="420600" y="3931450"/>
            <a:ext cx="82752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>
                <a:highlight>
                  <a:schemeClr val="accent1"/>
                </a:highlight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35" name="Google Shape;235;p4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Section intro slide - Gold">
  <p:cSld name="CUSTOM_20_1_2">
    <p:bg>
      <p:bgPr>
        <a:solidFill>
          <a:schemeClr val="accent1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6"/>
          <p:cNvSpPr txBox="1"/>
          <p:nvPr>
            <p:ph type="ctrTitle"/>
          </p:nvPr>
        </p:nvSpPr>
        <p:spPr>
          <a:xfrm>
            <a:off x="420625" y="994550"/>
            <a:ext cx="8275200" cy="2937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38" name="Google Shape;238;p46"/>
          <p:cNvSpPr txBox="1"/>
          <p:nvPr>
            <p:ph idx="1" type="subTitle"/>
          </p:nvPr>
        </p:nvSpPr>
        <p:spPr>
          <a:xfrm>
            <a:off x="420600" y="3931450"/>
            <a:ext cx="82752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>
                <a:highlight>
                  <a:schemeClr val="lt1"/>
                </a:highlight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39" name="Google Shape;239;p4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Section intro slide - Maroon">
  <p:cSld name="CUSTOM_19_1_2">
    <p:bg>
      <p:bgPr>
        <a:solidFill>
          <a:schemeClr val="accent2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47"/>
          <p:cNvSpPr txBox="1"/>
          <p:nvPr>
            <p:ph type="ctrTitle"/>
          </p:nvPr>
        </p:nvSpPr>
        <p:spPr>
          <a:xfrm>
            <a:off x="420625" y="994550"/>
            <a:ext cx="8275200" cy="2937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42" name="Google Shape;242;p47"/>
          <p:cNvSpPr txBox="1"/>
          <p:nvPr>
            <p:ph idx="1" type="subTitle"/>
          </p:nvPr>
        </p:nvSpPr>
        <p:spPr>
          <a:xfrm>
            <a:off x="420600" y="3931450"/>
            <a:ext cx="82752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>
                <a:highlight>
                  <a:schemeClr val="lt1"/>
                </a:highlight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43" name="Google Shape;243;p4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Section intro slide - Gold">
  <p:cSld name="CUSTOM_23_1_1_3_1"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8"/>
          <p:cNvSpPr txBox="1"/>
          <p:nvPr>
            <p:ph type="title"/>
          </p:nvPr>
        </p:nvSpPr>
        <p:spPr>
          <a:xfrm>
            <a:off x="0" y="1816500"/>
            <a:ext cx="9144000" cy="1530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82875" lIns="411475" spcFirstLastPara="1" rIns="411475" wrap="square" tIns="1828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b="1" sz="3200"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3200"/>
              <a:buNone/>
              <a:defRPr b="1" sz="3200"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3200"/>
              <a:buNone/>
              <a:defRPr b="1" sz="3200"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3200"/>
              <a:buNone/>
              <a:defRPr b="1" sz="3200"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3200"/>
              <a:buNone/>
              <a:defRPr b="1" sz="3200"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3200"/>
              <a:buNone/>
              <a:defRPr b="1" sz="3200"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3200"/>
              <a:buNone/>
              <a:defRPr b="1" sz="3200"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3200"/>
              <a:buNone/>
              <a:defRPr b="1" sz="3200"/>
            </a:lvl9pPr>
          </a:lstStyle>
          <a:p/>
        </p:txBody>
      </p:sp>
      <p:sp>
        <p:nvSpPr>
          <p:cNvPr id="246" name="Google Shape;246;p4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Section intro slide - Black">
  <p:cSld name="CUSTOM_22_1_1"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49"/>
          <p:cNvSpPr txBox="1"/>
          <p:nvPr>
            <p:ph type="title"/>
          </p:nvPr>
        </p:nvSpPr>
        <p:spPr>
          <a:xfrm>
            <a:off x="0" y="1816500"/>
            <a:ext cx="9144000" cy="1530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82875" lIns="411475" spcFirstLastPara="1" rIns="411475" wrap="square" tIns="1828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None/>
              <a:defRPr b="1" sz="3200">
                <a:solidFill>
                  <a:schemeClr val="accent1"/>
                </a:solidFill>
              </a:defRPr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3200"/>
              <a:buNone/>
              <a:defRPr b="1" sz="3200">
                <a:solidFill>
                  <a:schemeClr val="accent1"/>
                </a:solidFill>
              </a:defRPr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3200"/>
              <a:buNone/>
              <a:defRPr b="1" sz="3200">
                <a:solidFill>
                  <a:schemeClr val="accent1"/>
                </a:solidFill>
              </a:defRPr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3200"/>
              <a:buNone/>
              <a:defRPr b="1" sz="3200">
                <a:solidFill>
                  <a:schemeClr val="accent1"/>
                </a:solidFill>
              </a:defRPr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3200"/>
              <a:buNone/>
              <a:defRPr b="1" sz="3200">
                <a:solidFill>
                  <a:schemeClr val="accent1"/>
                </a:solidFill>
              </a:defRPr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3200"/>
              <a:buNone/>
              <a:defRPr b="1" sz="3200">
                <a:solidFill>
                  <a:schemeClr val="accent1"/>
                </a:solidFill>
              </a:defRPr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3200"/>
              <a:buNone/>
              <a:defRPr b="1" sz="3200">
                <a:solidFill>
                  <a:schemeClr val="accent1"/>
                </a:solidFill>
              </a:defRPr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accent1"/>
              </a:buClr>
              <a:buSzPts val="3200"/>
              <a:buNone/>
              <a:defRPr b="1" sz="32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49" name="Google Shape;249;p4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Section intro slide - Maroon">
  <p:cSld name="CUSTOM_22_1_1_1"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50"/>
          <p:cNvSpPr txBox="1"/>
          <p:nvPr>
            <p:ph type="title"/>
          </p:nvPr>
        </p:nvSpPr>
        <p:spPr>
          <a:xfrm>
            <a:off x="436325" y="1816550"/>
            <a:ext cx="8362800" cy="153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b="1">
                <a:solidFill>
                  <a:schemeClr val="accent1"/>
                </a:solidFill>
              </a:defRPr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b="1">
                <a:solidFill>
                  <a:schemeClr val="accent1"/>
                </a:solidFill>
              </a:defRPr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b="1">
                <a:solidFill>
                  <a:schemeClr val="accent1"/>
                </a:solidFill>
              </a:defRPr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b="1">
                <a:solidFill>
                  <a:schemeClr val="accent1"/>
                </a:solidFill>
              </a:defRPr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b="1">
                <a:solidFill>
                  <a:schemeClr val="accent1"/>
                </a:solidFill>
              </a:defRPr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b="1">
                <a:solidFill>
                  <a:schemeClr val="accent1"/>
                </a:solidFill>
              </a:defRPr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b="1">
                <a:solidFill>
                  <a:schemeClr val="accent1"/>
                </a:solidFill>
              </a:defRPr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accent1"/>
              </a:buClr>
              <a:buSzPts val="2800"/>
              <a:buNone/>
              <a:defRPr b="1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52" name="Google Shape;252;p50"/>
          <p:cNvSpPr txBox="1"/>
          <p:nvPr>
            <p:ph idx="2" type="title"/>
          </p:nvPr>
        </p:nvSpPr>
        <p:spPr>
          <a:xfrm>
            <a:off x="0" y="1816500"/>
            <a:ext cx="9144000" cy="1530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182875" lIns="411475" spcFirstLastPara="1" rIns="411475" wrap="square" tIns="1828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b="1" sz="3200"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b="1" sz="3200"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b="1" sz="3200"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b="1" sz="3200"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b="1" sz="3200"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b="1" sz="3200"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b="1" sz="3200"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3200"/>
              <a:buNone/>
              <a:defRPr b="1" sz="3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3" name="Google Shape;253;p5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Section intro slide - Photo">
  <p:cSld name="CUSTOM_22_1_1_1_2"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51"/>
          <p:cNvSpPr/>
          <p:nvPr>
            <p:ph idx="2" type="pic"/>
          </p:nvPr>
        </p:nvSpPr>
        <p:spPr>
          <a:xfrm>
            <a:off x="100" y="-9225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56" name="Google Shape;256;p51"/>
          <p:cNvSpPr txBox="1"/>
          <p:nvPr>
            <p:ph type="title"/>
          </p:nvPr>
        </p:nvSpPr>
        <p:spPr>
          <a:xfrm>
            <a:off x="436325" y="1816550"/>
            <a:ext cx="8362800" cy="153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b="1">
                <a:solidFill>
                  <a:schemeClr val="accent1"/>
                </a:solidFill>
              </a:defRPr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b="1">
                <a:solidFill>
                  <a:schemeClr val="accent1"/>
                </a:solidFill>
              </a:defRPr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b="1">
                <a:solidFill>
                  <a:schemeClr val="accent1"/>
                </a:solidFill>
              </a:defRPr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b="1">
                <a:solidFill>
                  <a:schemeClr val="accent1"/>
                </a:solidFill>
              </a:defRPr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b="1">
                <a:solidFill>
                  <a:schemeClr val="accent1"/>
                </a:solidFill>
              </a:defRPr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b="1">
                <a:solidFill>
                  <a:schemeClr val="accent1"/>
                </a:solidFill>
              </a:defRPr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b="1">
                <a:solidFill>
                  <a:schemeClr val="accent1"/>
                </a:solidFill>
              </a:defRPr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accent1"/>
              </a:buClr>
              <a:buSzPts val="2800"/>
              <a:buNone/>
              <a:defRPr b="1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57" name="Google Shape;257;p51"/>
          <p:cNvSpPr txBox="1"/>
          <p:nvPr>
            <p:ph idx="3" type="title"/>
          </p:nvPr>
        </p:nvSpPr>
        <p:spPr>
          <a:xfrm>
            <a:off x="0" y="1816500"/>
            <a:ext cx="9144000" cy="1530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182875" lIns="411475" spcFirstLastPara="1" rIns="411475" wrap="square" tIns="1828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b="1" sz="3200"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3200"/>
              <a:buNone/>
              <a:defRPr b="1" sz="3200"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3200"/>
              <a:buNone/>
              <a:defRPr b="1" sz="3200"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3200"/>
              <a:buNone/>
              <a:defRPr b="1" sz="3200"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3200"/>
              <a:buNone/>
              <a:defRPr b="1" sz="3200"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3200"/>
              <a:buNone/>
              <a:defRPr b="1" sz="3200"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3200"/>
              <a:buNone/>
              <a:defRPr b="1" sz="3200"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3200"/>
              <a:buNone/>
              <a:defRPr b="1" sz="3200"/>
            </a:lvl9pPr>
          </a:lstStyle>
          <a:p/>
        </p:txBody>
      </p:sp>
      <p:sp>
        <p:nvSpPr>
          <p:cNvPr id="258" name="Google Shape;258;p5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3 Section intro slide - White">
  <p:cSld name="CUSTOM_23_1_1_1_1_2_1_1_1_1_1_1_1_1_2_1"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52"/>
          <p:cNvSpPr/>
          <p:nvPr>
            <p:ph idx="2" type="pic"/>
          </p:nvPr>
        </p:nvSpPr>
        <p:spPr>
          <a:xfrm>
            <a:off x="3255275" y="0"/>
            <a:ext cx="5889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61" name="Google Shape;261;p52"/>
          <p:cNvSpPr txBox="1"/>
          <p:nvPr>
            <p:ph type="title"/>
          </p:nvPr>
        </p:nvSpPr>
        <p:spPr>
          <a:xfrm>
            <a:off x="420625" y="1144075"/>
            <a:ext cx="2414100" cy="29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262" name="Google Shape;262;p52"/>
          <p:cNvSpPr txBox="1"/>
          <p:nvPr>
            <p:ph idx="1" type="subTitle"/>
          </p:nvPr>
        </p:nvSpPr>
        <p:spPr>
          <a:xfrm>
            <a:off x="420625" y="737450"/>
            <a:ext cx="24141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>
                <a:highlight>
                  <a:schemeClr val="accent1"/>
                </a:highlight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accent1"/>
                </a:highlight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accent1"/>
                </a:highlight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accent1"/>
                </a:highlight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accent1"/>
                </a:highlight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accent1"/>
                </a:highlight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accent1"/>
                </a:highlight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accent1"/>
                </a:highlight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accent1"/>
                </a:highlight>
              </a:defRPr>
            </a:lvl9pPr>
          </a:lstStyle>
          <a:p/>
        </p:txBody>
      </p:sp>
      <p:sp>
        <p:nvSpPr>
          <p:cNvPr id="263" name="Google Shape;263;p5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3 Section intro slide - Black">
  <p:cSld name="CUSTOM_23_1_1_1_1_2_1_1_1_1_1_1_1_1_2_1_1">
    <p:bg>
      <p:bgPr>
        <a:solidFill>
          <a:schemeClr val="dk1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53"/>
          <p:cNvSpPr txBox="1"/>
          <p:nvPr>
            <p:ph type="title"/>
          </p:nvPr>
        </p:nvSpPr>
        <p:spPr>
          <a:xfrm>
            <a:off x="420625" y="1144075"/>
            <a:ext cx="2414100" cy="29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266" name="Google Shape;266;p53"/>
          <p:cNvSpPr txBox="1"/>
          <p:nvPr>
            <p:ph idx="1" type="subTitle"/>
          </p:nvPr>
        </p:nvSpPr>
        <p:spPr>
          <a:xfrm>
            <a:off x="420625" y="737450"/>
            <a:ext cx="24141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>
                <a:highlight>
                  <a:schemeClr val="accent1"/>
                </a:highlight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accent1"/>
                </a:highlight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accent1"/>
                </a:highlight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accent1"/>
                </a:highlight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accent1"/>
                </a:highlight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accent1"/>
                </a:highlight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accent1"/>
                </a:highlight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accent1"/>
                </a:highlight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accent1"/>
                </a:highlight>
              </a:defRPr>
            </a:lvl9pPr>
          </a:lstStyle>
          <a:p/>
        </p:txBody>
      </p:sp>
      <p:sp>
        <p:nvSpPr>
          <p:cNvPr id="267" name="Google Shape;267;p53"/>
          <p:cNvSpPr/>
          <p:nvPr>
            <p:ph idx="2" type="pic"/>
          </p:nvPr>
        </p:nvSpPr>
        <p:spPr>
          <a:xfrm>
            <a:off x="3255275" y="0"/>
            <a:ext cx="5889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68" name="Google Shape;268;p5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3 Section intro slide - Gold">
  <p:cSld name="CUSTOM_23_1_1_1_1_2_1_1_1_1_1_1_1_1_2_1_1_1">
    <p:bg>
      <p:bgPr>
        <a:solidFill>
          <a:schemeClr val="accent1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54"/>
          <p:cNvSpPr txBox="1"/>
          <p:nvPr>
            <p:ph type="title"/>
          </p:nvPr>
        </p:nvSpPr>
        <p:spPr>
          <a:xfrm>
            <a:off x="420625" y="1144075"/>
            <a:ext cx="2414100" cy="29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271" name="Google Shape;271;p54"/>
          <p:cNvSpPr txBox="1"/>
          <p:nvPr>
            <p:ph idx="1" type="subTitle"/>
          </p:nvPr>
        </p:nvSpPr>
        <p:spPr>
          <a:xfrm>
            <a:off x="420625" y="737450"/>
            <a:ext cx="24141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>
                <a:highlight>
                  <a:schemeClr val="lt1"/>
                </a:highlight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lt1"/>
                </a:highlight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lt1"/>
                </a:highlight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lt1"/>
                </a:highlight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lt1"/>
                </a:highlight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lt1"/>
                </a:highlight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lt1"/>
                </a:highlight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lt1"/>
                </a:highlight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lt1"/>
                </a:highlight>
              </a:defRPr>
            </a:lvl9pPr>
          </a:lstStyle>
          <a:p/>
        </p:txBody>
      </p:sp>
      <p:sp>
        <p:nvSpPr>
          <p:cNvPr id="272" name="Google Shape;272;p54"/>
          <p:cNvSpPr/>
          <p:nvPr>
            <p:ph idx="2" type="pic"/>
          </p:nvPr>
        </p:nvSpPr>
        <p:spPr>
          <a:xfrm>
            <a:off x="3255275" y="0"/>
            <a:ext cx="5889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73" name="Google Shape;273;p5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3 Section intro slide - Maroon">
  <p:cSld name="CUSTOM_23_1_1_1_1_2_1_1_1_1_1_1_1_1_2_1_1_1_1">
    <p:bg>
      <p:bgPr>
        <a:solidFill>
          <a:schemeClr val="accent2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55"/>
          <p:cNvSpPr txBox="1"/>
          <p:nvPr>
            <p:ph type="title"/>
          </p:nvPr>
        </p:nvSpPr>
        <p:spPr>
          <a:xfrm>
            <a:off x="420625" y="1144075"/>
            <a:ext cx="2414100" cy="29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276" name="Google Shape;276;p55"/>
          <p:cNvSpPr txBox="1"/>
          <p:nvPr>
            <p:ph idx="1" type="subTitle"/>
          </p:nvPr>
        </p:nvSpPr>
        <p:spPr>
          <a:xfrm>
            <a:off x="420625" y="737450"/>
            <a:ext cx="24141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>
                <a:highlight>
                  <a:schemeClr val="lt1"/>
                </a:highlight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lt1"/>
                </a:highlight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lt1"/>
                </a:highlight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lt1"/>
                </a:highlight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lt1"/>
                </a:highlight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lt1"/>
                </a:highlight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lt1"/>
                </a:highlight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lt1"/>
                </a:highlight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lt1"/>
                </a:highlight>
              </a:defRPr>
            </a:lvl9pPr>
          </a:lstStyle>
          <a:p/>
        </p:txBody>
      </p:sp>
      <p:sp>
        <p:nvSpPr>
          <p:cNvPr id="277" name="Google Shape;277;p55"/>
          <p:cNvSpPr/>
          <p:nvPr>
            <p:ph idx="2" type="pic"/>
          </p:nvPr>
        </p:nvSpPr>
        <p:spPr>
          <a:xfrm>
            <a:off x="3255275" y="0"/>
            <a:ext cx="5889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78" name="Google Shape;278;p5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4 Section intro slide">
  <p:cSld name="CUSTOM_23_1_1_2_1_1_1_1_1_1_1_1_2_1"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56"/>
          <p:cNvSpPr/>
          <p:nvPr>
            <p:ph idx="2" type="pic"/>
          </p:nvPr>
        </p:nvSpPr>
        <p:spPr>
          <a:xfrm>
            <a:off x="9225" y="-9225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81" name="Google Shape;281;p56"/>
          <p:cNvSpPr txBox="1"/>
          <p:nvPr>
            <p:ph type="title"/>
          </p:nvPr>
        </p:nvSpPr>
        <p:spPr>
          <a:xfrm>
            <a:off x="320175" y="320050"/>
            <a:ext cx="2514600" cy="8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highlight>
                  <a:schemeClr val="accent1"/>
                </a:highlight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>
                <a:highlight>
                  <a:schemeClr val="accent1"/>
                </a:highlight>
              </a:defRPr>
            </a:lvl2pPr>
            <a:lvl3pPr lvl="2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3200"/>
              <a:buNone/>
              <a:defRPr sz="3200">
                <a:highlight>
                  <a:schemeClr val="accent1"/>
                </a:highlight>
              </a:defRPr>
            </a:lvl3pPr>
            <a:lvl4pPr lvl="3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3200"/>
              <a:buNone/>
              <a:defRPr sz="3200">
                <a:highlight>
                  <a:schemeClr val="accent1"/>
                </a:highlight>
              </a:defRPr>
            </a:lvl4pPr>
            <a:lvl5pPr lvl="4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3200"/>
              <a:buNone/>
              <a:defRPr sz="3200">
                <a:highlight>
                  <a:schemeClr val="accent1"/>
                </a:highlight>
              </a:defRPr>
            </a:lvl5pPr>
            <a:lvl6pPr lvl="5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3200"/>
              <a:buNone/>
              <a:defRPr sz="3200">
                <a:highlight>
                  <a:schemeClr val="accent1"/>
                </a:highlight>
              </a:defRPr>
            </a:lvl6pPr>
            <a:lvl7pPr lvl="6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3200"/>
              <a:buNone/>
              <a:defRPr sz="3200">
                <a:highlight>
                  <a:schemeClr val="accent1"/>
                </a:highlight>
              </a:defRPr>
            </a:lvl7pPr>
            <a:lvl8pPr lvl="7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3200"/>
              <a:buNone/>
              <a:defRPr sz="3200">
                <a:highlight>
                  <a:schemeClr val="accent1"/>
                </a:highlight>
              </a:defRPr>
            </a:lvl8pPr>
            <a:lvl9pPr lvl="8" algn="l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SzPts val="3200"/>
              <a:buNone/>
              <a:defRPr sz="3200">
                <a:highlight>
                  <a:schemeClr val="accent1"/>
                </a:highlight>
              </a:defRPr>
            </a:lvl9pPr>
          </a:lstStyle>
          <a:p/>
        </p:txBody>
      </p:sp>
      <p:sp>
        <p:nvSpPr>
          <p:cNvPr id="282" name="Google Shape;282;p56"/>
          <p:cNvSpPr txBox="1"/>
          <p:nvPr>
            <p:ph idx="1" type="subTitle"/>
          </p:nvPr>
        </p:nvSpPr>
        <p:spPr>
          <a:xfrm>
            <a:off x="320050" y="1189450"/>
            <a:ext cx="25146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>
                <a:solidFill>
                  <a:schemeClr val="lt1"/>
                </a:solidFill>
                <a:highlight>
                  <a:schemeClr val="dk1"/>
                </a:highlight>
              </a:defRPr>
            </a:lvl1pPr>
            <a:lvl2pPr lvl="1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>
                <a:solidFill>
                  <a:schemeClr val="lt1"/>
                </a:solidFill>
                <a:highlight>
                  <a:schemeClr val="dk1"/>
                </a:highlight>
              </a:defRPr>
            </a:lvl2pPr>
            <a:lvl3pPr lvl="2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>
                <a:solidFill>
                  <a:schemeClr val="lt1"/>
                </a:solidFill>
                <a:highlight>
                  <a:schemeClr val="dk1"/>
                </a:highlight>
              </a:defRPr>
            </a:lvl3pPr>
            <a:lvl4pPr lvl="3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>
                <a:solidFill>
                  <a:schemeClr val="lt1"/>
                </a:solidFill>
                <a:highlight>
                  <a:schemeClr val="dk1"/>
                </a:highlight>
              </a:defRPr>
            </a:lvl4pPr>
            <a:lvl5pPr lvl="4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>
                <a:solidFill>
                  <a:schemeClr val="lt1"/>
                </a:solidFill>
                <a:highlight>
                  <a:schemeClr val="dk1"/>
                </a:highlight>
              </a:defRPr>
            </a:lvl5pPr>
            <a:lvl6pPr lvl="5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>
                <a:solidFill>
                  <a:schemeClr val="lt1"/>
                </a:solidFill>
                <a:highlight>
                  <a:schemeClr val="dk1"/>
                </a:highlight>
              </a:defRPr>
            </a:lvl6pPr>
            <a:lvl7pPr lvl="6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>
                <a:solidFill>
                  <a:schemeClr val="lt1"/>
                </a:solidFill>
                <a:highlight>
                  <a:schemeClr val="dk1"/>
                </a:highlight>
              </a:defRPr>
            </a:lvl7pPr>
            <a:lvl8pPr lvl="7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>
                <a:solidFill>
                  <a:schemeClr val="lt1"/>
                </a:solidFill>
                <a:highlight>
                  <a:schemeClr val="dk1"/>
                </a:highlight>
              </a:defRPr>
            </a:lvl8pPr>
            <a:lvl9pPr lvl="8" algn="l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600"/>
              <a:buNone/>
              <a:defRPr b="1">
                <a:solidFill>
                  <a:schemeClr val="lt1"/>
                </a:solidFill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283" name="Google Shape;283;p5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 Title and text slide options →">
  <p:cSld name="CUSTOM_23_1_1_2">
    <p:bg>
      <p:bgPr>
        <a:solidFill>
          <a:schemeClr val="accent5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57"/>
          <p:cNvSpPr txBox="1"/>
          <p:nvPr/>
        </p:nvSpPr>
        <p:spPr>
          <a:xfrm>
            <a:off x="2411725" y="1598453"/>
            <a:ext cx="6288300" cy="199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rgbClr val="FFFFFF"/>
                </a:solidFill>
                <a:highlight>
                  <a:srgbClr val="191919"/>
                </a:highlight>
                <a:latin typeface="Arial"/>
                <a:ea typeface="Arial"/>
                <a:cs typeface="Arial"/>
                <a:sym typeface="Arial"/>
              </a:rPr>
              <a:t>Title and</a:t>
            </a:r>
            <a:br>
              <a:rPr b="1" i="0" lang="en-US" sz="7200" u="none" cap="none" strike="noStrike">
                <a:solidFill>
                  <a:srgbClr val="FFFFFF"/>
                </a:solidFill>
                <a:highlight>
                  <a:srgbClr val="191919"/>
                </a:highlight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7200" u="none" cap="none" strike="noStrike">
                <a:solidFill>
                  <a:srgbClr val="FFFFFF"/>
                </a:solidFill>
                <a:highlight>
                  <a:srgbClr val="191919"/>
                </a:highlight>
                <a:latin typeface="Arial"/>
                <a:ea typeface="Arial"/>
                <a:cs typeface="Arial"/>
                <a:sym typeface="Arial"/>
              </a:rPr>
              <a:t>text slides</a:t>
            </a:r>
            <a:endParaRPr b="1" i="0" sz="7200" u="none" cap="none" strike="noStrike">
              <a:solidFill>
                <a:srgbClr val="19191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57"/>
          <p:cNvSpPr/>
          <p:nvPr/>
        </p:nvSpPr>
        <p:spPr>
          <a:xfrm>
            <a:off x="0" y="0"/>
            <a:ext cx="2168400" cy="5143500"/>
          </a:xfrm>
          <a:prstGeom prst="rightArrowCallout">
            <a:avLst>
              <a:gd fmla="val 25000" name="adj1"/>
              <a:gd fmla="val 25000" name="adj2"/>
              <a:gd fmla="val 25000" name="adj3"/>
              <a:gd fmla="val 64977" name="adj4"/>
            </a:avLst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5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.0 Standard slide with subtitle">
  <p:cSld name="CUSTOM_22_1_1_1_1_1_2"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58"/>
          <p:cNvSpPr txBox="1"/>
          <p:nvPr>
            <p:ph type="title"/>
          </p:nvPr>
        </p:nvSpPr>
        <p:spPr>
          <a:xfrm>
            <a:off x="420625" y="320050"/>
            <a:ext cx="8271600" cy="4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highlight>
                  <a:schemeClr val="accent1"/>
                </a:highlight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/>
        </p:txBody>
      </p:sp>
      <p:sp>
        <p:nvSpPr>
          <p:cNvPr id="290" name="Google Shape;290;p58"/>
          <p:cNvSpPr txBox="1"/>
          <p:nvPr>
            <p:ph idx="1" type="body"/>
          </p:nvPr>
        </p:nvSpPr>
        <p:spPr>
          <a:xfrm>
            <a:off x="420900" y="1125700"/>
            <a:ext cx="8271600" cy="30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291" name="Google Shape;291;p58"/>
          <p:cNvSpPr txBox="1"/>
          <p:nvPr>
            <p:ph idx="2" type="subTitle"/>
          </p:nvPr>
        </p:nvSpPr>
        <p:spPr>
          <a:xfrm>
            <a:off x="424450" y="756625"/>
            <a:ext cx="82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  <a:highlight>
                  <a:schemeClr val="dk1"/>
                </a:highlight>
              </a:defRPr>
            </a:lvl1pPr>
            <a:lvl2pPr lvl="1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/>
        </p:txBody>
      </p:sp>
      <p:sp>
        <p:nvSpPr>
          <p:cNvPr id="292" name="Google Shape;292;p5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1 Title and text slide - 1 column - White">
  <p:cSld name="CUSTOM_22_1_1_1_1_1_1"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59"/>
          <p:cNvSpPr txBox="1"/>
          <p:nvPr>
            <p:ph type="title"/>
          </p:nvPr>
        </p:nvSpPr>
        <p:spPr>
          <a:xfrm>
            <a:off x="420625" y="320050"/>
            <a:ext cx="8271600" cy="4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highlight>
                  <a:schemeClr val="accent1"/>
                </a:highlight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/>
        </p:txBody>
      </p:sp>
      <p:sp>
        <p:nvSpPr>
          <p:cNvPr id="295" name="Google Shape;295;p59"/>
          <p:cNvSpPr txBox="1"/>
          <p:nvPr>
            <p:ph idx="1" type="body"/>
          </p:nvPr>
        </p:nvSpPr>
        <p:spPr>
          <a:xfrm>
            <a:off x="420900" y="1125700"/>
            <a:ext cx="8271600" cy="30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296" name="Google Shape;296;p59"/>
          <p:cNvSpPr txBox="1"/>
          <p:nvPr>
            <p:ph idx="2" type="subTitle"/>
          </p:nvPr>
        </p:nvSpPr>
        <p:spPr>
          <a:xfrm>
            <a:off x="424450" y="756625"/>
            <a:ext cx="82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  <a:highlight>
                  <a:schemeClr val="dk1"/>
                </a:highlight>
              </a:defRPr>
            </a:lvl1pPr>
            <a:lvl2pPr lvl="1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/>
        </p:txBody>
      </p:sp>
      <p:sp>
        <p:nvSpPr>
          <p:cNvPr id="297" name="Google Shape;297;p5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1 Title and text slide - 1 column - Black">
  <p:cSld name="CUSTOM_23_1_1_1_1_3">
    <p:bg>
      <p:bgPr>
        <a:solidFill>
          <a:schemeClr val="dk1"/>
        </a:solidFill>
      </p:bgPr>
    </p:bg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60"/>
          <p:cNvSpPr txBox="1"/>
          <p:nvPr>
            <p:ph type="title"/>
          </p:nvPr>
        </p:nvSpPr>
        <p:spPr>
          <a:xfrm>
            <a:off x="420625" y="320050"/>
            <a:ext cx="8275200" cy="4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highlight>
                  <a:schemeClr val="accent1"/>
                </a:highlight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/>
        </p:txBody>
      </p:sp>
      <p:sp>
        <p:nvSpPr>
          <p:cNvPr id="300" name="Google Shape;300;p60"/>
          <p:cNvSpPr txBox="1"/>
          <p:nvPr>
            <p:ph idx="1" type="subTitle"/>
          </p:nvPr>
        </p:nvSpPr>
        <p:spPr>
          <a:xfrm>
            <a:off x="424450" y="756625"/>
            <a:ext cx="827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>
                <a:highlight>
                  <a:schemeClr val="lt1"/>
                </a:highlight>
              </a:defRPr>
            </a:lvl1pPr>
            <a:lvl2pPr lvl="1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/>
        </p:txBody>
      </p:sp>
      <p:sp>
        <p:nvSpPr>
          <p:cNvPr id="301" name="Google Shape;301;p60"/>
          <p:cNvSpPr txBox="1"/>
          <p:nvPr>
            <p:ph idx="2" type="body"/>
          </p:nvPr>
        </p:nvSpPr>
        <p:spPr>
          <a:xfrm>
            <a:off x="420900" y="1125700"/>
            <a:ext cx="8275200" cy="30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1pPr>
            <a:lvl2pPr indent="-3302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2pPr>
            <a:lvl3pPr indent="-3302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3pPr>
            <a:lvl4pPr indent="-3302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4pPr>
            <a:lvl5pPr indent="-3302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5pPr>
            <a:lvl6pPr indent="-3302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6pPr>
            <a:lvl7pPr indent="-3302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7pPr>
            <a:lvl8pPr indent="-3302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8pPr>
            <a:lvl9pPr indent="-3302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2" name="Google Shape;302;p6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1 Title and text slide - 2 column - White">
  <p:cSld name="CUSTOM_22_1_1_1_1_1_1_3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61"/>
          <p:cNvSpPr txBox="1"/>
          <p:nvPr>
            <p:ph type="title"/>
          </p:nvPr>
        </p:nvSpPr>
        <p:spPr>
          <a:xfrm>
            <a:off x="420625" y="320050"/>
            <a:ext cx="8275200" cy="4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highlight>
                  <a:schemeClr val="accent1"/>
                </a:highlight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/>
        </p:txBody>
      </p:sp>
      <p:sp>
        <p:nvSpPr>
          <p:cNvPr id="305" name="Google Shape;305;p61"/>
          <p:cNvSpPr txBox="1"/>
          <p:nvPr>
            <p:ph idx="1" type="subTitle"/>
          </p:nvPr>
        </p:nvSpPr>
        <p:spPr>
          <a:xfrm>
            <a:off x="424450" y="756625"/>
            <a:ext cx="827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  <a:highlight>
                  <a:schemeClr val="dk1"/>
                </a:highlight>
              </a:defRPr>
            </a:lvl1pPr>
            <a:lvl2pPr lvl="1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/>
        </p:txBody>
      </p:sp>
      <p:sp>
        <p:nvSpPr>
          <p:cNvPr id="306" name="Google Shape;306;p61"/>
          <p:cNvSpPr txBox="1"/>
          <p:nvPr>
            <p:ph idx="2" type="body"/>
          </p:nvPr>
        </p:nvSpPr>
        <p:spPr>
          <a:xfrm>
            <a:off x="420900" y="1125700"/>
            <a:ext cx="4105500" cy="30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307" name="Google Shape;307;p61"/>
          <p:cNvSpPr txBox="1"/>
          <p:nvPr>
            <p:ph idx="3" type="body"/>
          </p:nvPr>
        </p:nvSpPr>
        <p:spPr>
          <a:xfrm>
            <a:off x="4617725" y="1125700"/>
            <a:ext cx="4078200" cy="30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308" name="Google Shape;308;p6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1 Title and text slide - 2 column - Black">
  <p:cSld name="CUSTOM_22_1_1_1_1_1_1_3_1">
    <p:bg>
      <p:bgPr>
        <a:solidFill>
          <a:schemeClr val="dk1"/>
        </a:solidFill>
      </p:bgPr>
    </p:bg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62"/>
          <p:cNvSpPr txBox="1"/>
          <p:nvPr>
            <p:ph type="title"/>
          </p:nvPr>
        </p:nvSpPr>
        <p:spPr>
          <a:xfrm>
            <a:off x="420625" y="320050"/>
            <a:ext cx="8275200" cy="4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highlight>
                  <a:schemeClr val="accent1"/>
                </a:highlight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/>
        </p:txBody>
      </p:sp>
      <p:sp>
        <p:nvSpPr>
          <p:cNvPr id="311" name="Google Shape;311;p62"/>
          <p:cNvSpPr txBox="1"/>
          <p:nvPr>
            <p:ph idx="1" type="subTitle"/>
          </p:nvPr>
        </p:nvSpPr>
        <p:spPr>
          <a:xfrm>
            <a:off x="424450" y="756625"/>
            <a:ext cx="827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>
                <a:highlight>
                  <a:schemeClr val="lt1"/>
                </a:highlight>
              </a:defRPr>
            </a:lvl1pPr>
            <a:lvl2pPr lvl="1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/>
        </p:txBody>
      </p:sp>
      <p:sp>
        <p:nvSpPr>
          <p:cNvPr id="312" name="Google Shape;312;p62"/>
          <p:cNvSpPr txBox="1"/>
          <p:nvPr>
            <p:ph idx="2" type="body"/>
          </p:nvPr>
        </p:nvSpPr>
        <p:spPr>
          <a:xfrm>
            <a:off x="420900" y="1125700"/>
            <a:ext cx="4105500" cy="30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1pPr>
            <a:lvl2pPr indent="-3302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2pPr>
            <a:lvl3pPr indent="-3302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3pPr>
            <a:lvl4pPr indent="-3302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4pPr>
            <a:lvl5pPr indent="-3302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5pPr>
            <a:lvl6pPr indent="-3302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6pPr>
            <a:lvl7pPr indent="-3302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7pPr>
            <a:lvl8pPr indent="-3302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8pPr>
            <a:lvl9pPr indent="-3302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3" name="Google Shape;313;p62"/>
          <p:cNvSpPr txBox="1"/>
          <p:nvPr>
            <p:ph idx="3" type="body"/>
          </p:nvPr>
        </p:nvSpPr>
        <p:spPr>
          <a:xfrm>
            <a:off x="4617725" y="1125700"/>
            <a:ext cx="4078200" cy="30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1pPr>
            <a:lvl2pPr indent="-3302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2pPr>
            <a:lvl3pPr indent="-3302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3pPr>
            <a:lvl4pPr indent="-3302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4pPr>
            <a:lvl5pPr indent="-3302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5pPr>
            <a:lvl6pPr indent="-3302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6pPr>
            <a:lvl7pPr indent="-3302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7pPr>
            <a:lvl8pPr indent="-3302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8pPr>
            <a:lvl9pPr indent="-3302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4" name="Google Shape;314;p6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1 Title and text slide - 3 column - White">
  <p:cSld name="CUSTOM_22_1_1_1_1_1_1_3_2"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63"/>
          <p:cNvSpPr txBox="1"/>
          <p:nvPr>
            <p:ph type="title"/>
          </p:nvPr>
        </p:nvSpPr>
        <p:spPr>
          <a:xfrm>
            <a:off x="420625" y="320050"/>
            <a:ext cx="8275200" cy="4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highlight>
                  <a:schemeClr val="accent1"/>
                </a:highlight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/>
        </p:txBody>
      </p:sp>
      <p:sp>
        <p:nvSpPr>
          <p:cNvPr id="317" name="Google Shape;317;p63"/>
          <p:cNvSpPr txBox="1"/>
          <p:nvPr>
            <p:ph idx="1" type="subTitle"/>
          </p:nvPr>
        </p:nvSpPr>
        <p:spPr>
          <a:xfrm>
            <a:off x="424450" y="756625"/>
            <a:ext cx="827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  <a:highlight>
                  <a:schemeClr val="dk1"/>
                </a:highlight>
              </a:defRPr>
            </a:lvl1pPr>
            <a:lvl2pPr lvl="1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/>
        </p:txBody>
      </p:sp>
      <p:sp>
        <p:nvSpPr>
          <p:cNvPr id="318" name="Google Shape;318;p63"/>
          <p:cNvSpPr txBox="1"/>
          <p:nvPr>
            <p:ph idx="2" type="body"/>
          </p:nvPr>
        </p:nvSpPr>
        <p:spPr>
          <a:xfrm>
            <a:off x="420900" y="1125700"/>
            <a:ext cx="2725200" cy="30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319" name="Google Shape;319;p63"/>
          <p:cNvSpPr txBox="1"/>
          <p:nvPr>
            <p:ph idx="3" type="body"/>
          </p:nvPr>
        </p:nvSpPr>
        <p:spPr>
          <a:xfrm>
            <a:off x="3206742" y="1125700"/>
            <a:ext cx="2707200" cy="30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320" name="Google Shape;320;p63"/>
          <p:cNvSpPr txBox="1"/>
          <p:nvPr>
            <p:ph idx="4" type="body"/>
          </p:nvPr>
        </p:nvSpPr>
        <p:spPr>
          <a:xfrm>
            <a:off x="5989000" y="1125700"/>
            <a:ext cx="2707200" cy="30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321" name="Google Shape;321;p6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709">
          <p15:clr>
            <a:srgbClr val="E46962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1 Title and text slide - 3 column - Black">
  <p:cSld name="CUSTOM_22_1_1_1_1_1_1_3_2_1">
    <p:bg>
      <p:bgPr>
        <a:solidFill>
          <a:schemeClr val="dk1"/>
        </a:solidFill>
      </p:bgPr>
    </p:bg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64"/>
          <p:cNvSpPr txBox="1"/>
          <p:nvPr>
            <p:ph type="title"/>
          </p:nvPr>
        </p:nvSpPr>
        <p:spPr>
          <a:xfrm>
            <a:off x="420625" y="320050"/>
            <a:ext cx="8275200" cy="4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highlight>
                  <a:schemeClr val="accent1"/>
                </a:highlight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/>
        </p:txBody>
      </p:sp>
      <p:sp>
        <p:nvSpPr>
          <p:cNvPr id="324" name="Google Shape;324;p64"/>
          <p:cNvSpPr txBox="1"/>
          <p:nvPr>
            <p:ph idx="1" type="subTitle"/>
          </p:nvPr>
        </p:nvSpPr>
        <p:spPr>
          <a:xfrm>
            <a:off x="424450" y="756625"/>
            <a:ext cx="827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>
                <a:highlight>
                  <a:schemeClr val="lt1"/>
                </a:highlight>
              </a:defRPr>
            </a:lvl1pPr>
            <a:lvl2pPr lvl="1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/>
        </p:txBody>
      </p:sp>
      <p:sp>
        <p:nvSpPr>
          <p:cNvPr id="325" name="Google Shape;325;p64"/>
          <p:cNvSpPr txBox="1"/>
          <p:nvPr>
            <p:ph idx="2" type="body"/>
          </p:nvPr>
        </p:nvSpPr>
        <p:spPr>
          <a:xfrm>
            <a:off x="420900" y="1125700"/>
            <a:ext cx="2725200" cy="30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1pPr>
            <a:lvl2pPr indent="-3302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2pPr>
            <a:lvl3pPr indent="-3302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3pPr>
            <a:lvl4pPr indent="-3302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4pPr>
            <a:lvl5pPr indent="-3302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5pPr>
            <a:lvl6pPr indent="-3302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6pPr>
            <a:lvl7pPr indent="-3302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7pPr>
            <a:lvl8pPr indent="-3302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8pPr>
            <a:lvl9pPr indent="-3302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6" name="Google Shape;326;p64"/>
          <p:cNvSpPr txBox="1"/>
          <p:nvPr>
            <p:ph idx="3" type="body"/>
          </p:nvPr>
        </p:nvSpPr>
        <p:spPr>
          <a:xfrm>
            <a:off x="3206742" y="1125700"/>
            <a:ext cx="2707200" cy="30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1pPr>
            <a:lvl2pPr indent="-3302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2pPr>
            <a:lvl3pPr indent="-3302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3pPr>
            <a:lvl4pPr indent="-3302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4pPr>
            <a:lvl5pPr indent="-3302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5pPr>
            <a:lvl6pPr indent="-3302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6pPr>
            <a:lvl7pPr indent="-3302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7pPr>
            <a:lvl8pPr indent="-3302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8pPr>
            <a:lvl9pPr indent="-3302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7" name="Google Shape;327;p64"/>
          <p:cNvSpPr txBox="1"/>
          <p:nvPr>
            <p:ph idx="4" type="body"/>
          </p:nvPr>
        </p:nvSpPr>
        <p:spPr>
          <a:xfrm>
            <a:off x="5989000" y="1125700"/>
            <a:ext cx="2707200" cy="30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1pPr>
            <a:lvl2pPr indent="-3302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2pPr>
            <a:lvl3pPr indent="-3302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3pPr>
            <a:lvl4pPr indent="-3302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4pPr>
            <a:lvl5pPr indent="-3302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5pPr>
            <a:lvl6pPr indent="-3302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6pPr>
            <a:lvl7pPr indent="-3302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7pPr>
            <a:lvl8pPr indent="-3302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8pPr>
            <a:lvl9pPr indent="-3302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8" name="Google Shape;328;p6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1 Title and text slide - 4 column - White">
  <p:cSld name="CUSTOM_22_1_1_1_1_1_1_3_2_2"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65"/>
          <p:cNvSpPr txBox="1"/>
          <p:nvPr>
            <p:ph type="title"/>
          </p:nvPr>
        </p:nvSpPr>
        <p:spPr>
          <a:xfrm>
            <a:off x="420625" y="320050"/>
            <a:ext cx="8275200" cy="4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highlight>
                  <a:schemeClr val="accent1"/>
                </a:highlight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/>
        </p:txBody>
      </p:sp>
      <p:sp>
        <p:nvSpPr>
          <p:cNvPr id="331" name="Google Shape;331;p65"/>
          <p:cNvSpPr txBox="1"/>
          <p:nvPr>
            <p:ph idx="1" type="subTitle"/>
          </p:nvPr>
        </p:nvSpPr>
        <p:spPr>
          <a:xfrm>
            <a:off x="424450" y="756625"/>
            <a:ext cx="827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  <a:highlight>
                  <a:schemeClr val="dk1"/>
                </a:highlight>
              </a:defRPr>
            </a:lvl1pPr>
            <a:lvl2pPr lvl="1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/>
        </p:txBody>
      </p:sp>
      <p:sp>
        <p:nvSpPr>
          <p:cNvPr id="332" name="Google Shape;332;p65"/>
          <p:cNvSpPr txBox="1"/>
          <p:nvPr>
            <p:ph idx="2" type="body"/>
          </p:nvPr>
        </p:nvSpPr>
        <p:spPr>
          <a:xfrm>
            <a:off x="420900" y="1125700"/>
            <a:ext cx="1993200" cy="30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333" name="Google Shape;333;p65"/>
          <p:cNvSpPr txBox="1"/>
          <p:nvPr>
            <p:ph idx="3" type="body"/>
          </p:nvPr>
        </p:nvSpPr>
        <p:spPr>
          <a:xfrm>
            <a:off x="2514600" y="1125700"/>
            <a:ext cx="2011800" cy="30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334" name="Google Shape;334;p65"/>
          <p:cNvSpPr txBox="1"/>
          <p:nvPr>
            <p:ph idx="4" type="body"/>
          </p:nvPr>
        </p:nvSpPr>
        <p:spPr>
          <a:xfrm>
            <a:off x="4620525" y="1125700"/>
            <a:ext cx="1993200" cy="30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335" name="Google Shape;335;p65"/>
          <p:cNvSpPr txBox="1"/>
          <p:nvPr>
            <p:ph idx="5" type="body"/>
          </p:nvPr>
        </p:nvSpPr>
        <p:spPr>
          <a:xfrm>
            <a:off x="6711700" y="1125700"/>
            <a:ext cx="1984200" cy="30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336" name="Google Shape;336;p6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709">
          <p15:clr>
            <a:srgbClr val="E46962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1 Title and text slide - 4 column - Black">
  <p:cSld name="CUSTOM_22_1_1_1_1_1_1_3_2_2_1">
    <p:bg>
      <p:bgPr>
        <a:solidFill>
          <a:schemeClr val="dk1"/>
        </a:solidFill>
      </p:bgPr>
    </p:bg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66"/>
          <p:cNvSpPr txBox="1"/>
          <p:nvPr>
            <p:ph type="title"/>
          </p:nvPr>
        </p:nvSpPr>
        <p:spPr>
          <a:xfrm>
            <a:off x="420625" y="320050"/>
            <a:ext cx="8275200" cy="4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highlight>
                  <a:schemeClr val="accent1"/>
                </a:highlight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/>
        </p:txBody>
      </p:sp>
      <p:sp>
        <p:nvSpPr>
          <p:cNvPr id="339" name="Google Shape;339;p66"/>
          <p:cNvSpPr txBox="1"/>
          <p:nvPr>
            <p:ph idx="1" type="subTitle"/>
          </p:nvPr>
        </p:nvSpPr>
        <p:spPr>
          <a:xfrm>
            <a:off x="424450" y="756625"/>
            <a:ext cx="827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>
                <a:highlight>
                  <a:schemeClr val="lt1"/>
                </a:highlight>
              </a:defRPr>
            </a:lvl1pPr>
            <a:lvl2pPr lvl="1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/>
        </p:txBody>
      </p:sp>
      <p:sp>
        <p:nvSpPr>
          <p:cNvPr id="340" name="Google Shape;340;p66"/>
          <p:cNvSpPr txBox="1"/>
          <p:nvPr>
            <p:ph idx="2" type="body"/>
          </p:nvPr>
        </p:nvSpPr>
        <p:spPr>
          <a:xfrm>
            <a:off x="420900" y="1125700"/>
            <a:ext cx="1993200" cy="30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1pPr>
            <a:lvl2pPr indent="-3302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2pPr>
            <a:lvl3pPr indent="-3302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3pPr>
            <a:lvl4pPr indent="-3302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4pPr>
            <a:lvl5pPr indent="-3302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5pPr>
            <a:lvl6pPr indent="-3302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6pPr>
            <a:lvl7pPr indent="-3302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7pPr>
            <a:lvl8pPr indent="-3302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8pPr>
            <a:lvl9pPr indent="-3302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1" name="Google Shape;341;p66"/>
          <p:cNvSpPr txBox="1"/>
          <p:nvPr>
            <p:ph idx="3" type="body"/>
          </p:nvPr>
        </p:nvSpPr>
        <p:spPr>
          <a:xfrm>
            <a:off x="2514600" y="1125700"/>
            <a:ext cx="2011800" cy="30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1pPr>
            <a:lvl2pPr indent="-3302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2pPr>
            <a:lvl3pPr indent="-3302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3pPr>
            <a:lvl4pPr indent="-3302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4pPr>
            <a:lvl5pPr indent="-3302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5pPr>
            <a:lvl6pPr indent="-3302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6pPr>
            <a:lvl7pPr indent="-3302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7pPr>
            <a:lvl8pPr indent="-3302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8pPr>
            <a:lvl9pPr indent="-3302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2" name="Google Shape;342;p66"/>
          <p:cNvSpPr txBox="1"/>
          <p:nvPr>
            <p:ph idx="4" type="body"/>
          </p:nvPr>
        </p:nvSpPr>
        <p:spPr>
          <a:xfrm>
            <a:off x="4620525" y="1125700"/>
            <a:ext cx="1993200" cy="30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1pPr>
            <a:lvl2pPr indent="-3302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2pPr>
            <a:lvl3pPr indent="-3302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3pPr>
            <a:lvl4pPr indent="-3302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4pPr>
            <a:lvl5pPr indent="-3302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5pPr>
            <a:lvl6pPr indent="-3302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6pPr>
            <a:lvl7pPr indent="-3302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7pPr>
            <a:lvl8pPr indent="-3302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8pPr>
            <a:lvl9pPr indent="-3302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3" name="Google Shape;343;p66"/>
          <p:cNvSpPr txBox="1"/>
          <p:nvPr>
            <p:ph idx="5" type="body"/>
          </p:nvPr>
        </p:nvSpPr>
        <p:spPr>
          <a:xfrm>
            <a:off x="6711700" y="1125700"/>
            <a:ext cx="1984200" cy="30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1pPr>
            <a:lvl2pPr indent="-3302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2pPr>
            <a:lvl3pPr indent="-3302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3pPr>
            <a:lvl4pPr indent="-3302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4pPr>
            <a:lvl5pPr indent="-3302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5pPr>
            <a:lvl6pPr indent="-3302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6pPr>
            <a:lvl7pPr indent="-3302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7pPr>
            <a:lvl8pPr indent="-3302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8pPr>
            <a:lvl9pPr indent="-3302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4" name="Google Shape;344;p6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709">
          <p15:clr>
            <a:srgbClr val="E46962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2 Title and text slide - 2 column">
  <p:cSld name="CUSTOM_23_1_1_1_1_2_1"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6" name="Google Shape;346;p67"/>
          <p:cNvCxnSpPr/>
          <p:nvPr/>
        </p:nvCxnSpPr>
        <p:spPr>
          <a:xfrm>
            <a:off x="4572456" y="1245696"/>
            <a:ext cx="0" cy="29454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7" name="Google Shape;347;p67"/>
          <p:cNvSpPr txBox="1"/>
          <p:nvPr>
            <p:ph type="title"/>
          </p:nvPr>
        </p:nvSpPr>
        <p:spPr>
          <a:xfrm>
            <a:off x="420625" y="320050"/>
            <a:ext cx="8275200" cy="4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highlight>
                  <a:schemeClr val="accent1"/>
                </a:highlight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/>
        </p:txBody>
      </p:sp>
      <p:sp>
        <p:nvSpPr>
          <p:cNvPr id="348" name="Google Shape;348;p67"/>
          <p:cNvSpPr txBox="1"/>
          <p:nvPr>
            <p:ph idx="1" type="subTitle"/>
          </p:nvPr>
        </p:nvSpPr>
        <p:spPr>
          <a:xfrm>
            <a:off x="424450" y="756625"/>
            <a:ext cx="827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  <a:highlight>
                  <a:schemeClr val="dk1"/>
                </a:highlight>
              </a:defRPr>
            </a:lvl1pPr>
            <a:lvl2pPr lvl="1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/>
        </p:txBody>
      </p:sp>
      <p:sp>
        <p:nvSpPr>
          <p:cNvPr id="349" name="Google Shape;349;p67"/>
          <p:cNvSpPr txBox="1"/>
          <p:nvPr>
            <p:ph idx="2" type="body"/>
          </p:nvPr>
        </p:nvSpPr>
        <p:spPr>
          <a:xfrm>
            <a:off x="420900" y="1125700"/>
            <a:ext cx="4031400" cy="30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350" name="Google Shape;350;p67"/>
          <p:cNvSpPr txBox="1"/>
          <p:nvPr>
            <p:ph idx="3" type="body"/>
          </p:nvPr>
        </p:nvSpPr>
        <p:spPr>
          <a:xfrm>
            <a:off x="4664550" y="1125700"/>
            <a:ext cx="4031400" cy="30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351" name="Google Shape;351;p6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2 Title and text slide - 3 column">
  <p:cSld name="CUSTOM_22_1_1_1_1_1_1_2_2"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68"/>
          <p:cNvSpPr txBox="1"/>
          <p:nvPr>
            <p:ph idx="1" type="body"/>
          </p:nvPr>
        </p:nvSpPr>
        <p:spPr>
          <a:xfrm>
            <a:off x="420900" y="1125700"/>
            <a:ext cx="2413800" cy="30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354" name="Google Shape;354;p68"/>
          <p:cNvSpPr txBox="1"/>
          <p:nvPr>
            <p:ph idx="2" type="body"/>
          </p:nvPr>
        </p:nvSpPr>
        <p:spPr>
          <a:xfrm>
            <a:off x="3352900" y="1125700"/>
            <a:ext cx="2413800" cy="30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355" name="Google Shape;355;p68"/>
          <p:cNvSpPr txBox="1"/>
          <p:nvPr>
            <p:ph idx="3" type="body"/>
          </p:nvPr>
        </p:nvSpPr>
        <p:spPr>
          <a:xfrm>
            <a:off x="6284900" y="1125700"/>
            <a:ext cx="2413800" cy="30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356" name="Google Shape;356;p68"/>
          <p:cNvSpPr txBox="1"/>
          <p:nvPr>
            <p:ph type="title"/>
          </p:nvPr>
        </p:nvSpPr>
        <p:spPr>
          <a:xfrm>
            <a:off x="420625" y="320050"/>
            <a:ext cx="8275200" cy="4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highlight>
                  <a:schemeClr val="accent1"/>
                </a:highlight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357" name="Google Shape;357;p68"/>
          <p:cNvCxnSpPr/>
          <p:nvPr/>
        </p:nvCxnSpPr>
        <p:spPr>
          <a:xfrm>
            <a:off x="3093809" y="1189525"/>
            <a:ext cx="0" cy="29868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8" name="Google Shape;358;p68"/>
          <p:cNvSpPr txBox="1"/>
          <p:nvPr>
            <p:ph idx="4" type="subTitle"/>
          </p:nvPr>
        </p:nvSpPr>
        <p:spPr>
          <a:xfrm>
            <a:off x="424450" y="756625"/>
            <a:ext cx="827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  <a:highlight>
                  <a:schemeClr val="dk1"/>
                </a:highlight>
              </a:defRPr>
            </a:lvl1pPr>
            <a:lvl2pPr lvl="1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/>
        </p:txBody>
      </p:sp>
      <p:cxnSp>
        <p:nvCxnSpPr>
          <p:cNvPr id="359" name="Google Shape;359;p68"/>
          <p:cNvCxnSpPr/>
          <p:nvPr/>
        </p:nvCxnSpPr>
        <p:spPr>
          <a:xfrm>
            <a:off x="6039142" y="1189525"/>
            <a:ext cx="0" cy="29868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0" name="Google Shape;360;p6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2 Title and text slide - 4 column">
  <p:cSld name="CUSTOM_23_1_1_1_1_1_1_1_1_3"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69"/>
          <p:cNvSpPr txBox="1"/>
          <p:nvPr>
            <p:ph type="title"/>
          </p:nvPr>
        </p:nvSpPr>
        <p:spPr>
          <a:xfrm>
            <a:off x="420625" y="320050"/>
            <a:ext cx="8275200" cy="4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highlight>
                  <a:schemeClr val="accent1"/>
                </a:highlight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/>
        </p:txBody>
      </p:sp>
      <p:sp>
        <p:nvSpPr>
          <p:cNvPr id="363" name="Google Shape;363;p69"/>
          <p:cNvSpPr txBox="1"/>
          <p:nvPr>
            <p:ph idx="1" type="subTitle"/>
          </p:nvPr>
        </p:nvSpPr>
        <p:spPr>
          <a:xfrm>
            <a:off x="424450" y="756625"/>
            <a:ext cx="827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  <a:highlight>
                  <a:schemeClr val="dk1"/>
                </a:highlight>
              </a:defRPr>
            </a:lvl1pPr>
            <a:lvl2pPr lvl="1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/>
        </p:txBody>
      </p:sp>
      <p:cxnSp>
        <p:nvCxnSpPr>
          <p:cNvPr id="364" name="Google Shape;364;p69"/>
          <p:cNvCxnSpPr/>
          <p:nvPr/>
        </p:nvCxnSpPr>
        <p:spPr>
          <a:xfrm>
            <a:off x="2466663" y="1189525"/>
            <a:ext cx="0" cy="29868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5" name="Google Shape;365;p69"/>
          <p:cNvSpPr txBox="1"/>
          <p:nvPr>
            <p:ph idx="2" type="body"/>
          </p:nvPr>
        </p:nvSpPr>
        <p:spPr>
          <a:xfrm>
            <a:off x="420900" y="1125700"/>
            <a:ext cx="1900800" cy="30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  <p:cxnSp>
        <p:nvCxnSpPr>
          <p:cNvPr id="366" name="Google Shape;366;p69"/>
          <p:cNvCxnSpPr/>
          <p:nvPr/>
        </p:nvCxnSpPr>
        <p:spPr>
          <a:xfrm>
            <a:off x="4571988" y="1189525"/>
            <a:ext cx="0" cy="29868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7" name="Google Shape;367;p69"/>
          <p:cNvCxnSpPr/>
          <p:nvPr/>
        </p:nvCxnSpPr>
        <p:spPr>
          <a:xfrm>
            <a:off x="6658413" y="1189525"/>
            <a:ext cx="0" cy="29868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8" name="Google Shape;368;p69"/>
          <p:cNvSpPr txBox="1"/>
          <p:nvPr>
            <p:ph idx="3" type="body"/>
          </p:nvPr>
        </p:nvSpPr>
        <p:spPr>
          <a:xfrm>
            <a:off x="6798850" y="1125700"/>
            <a:ext cx="1900800" cy="30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9" name="Google Shape;369;p69"/>
          <p:cNvSpPr txBox="1"/>
          <p:nvPr>
            <p:ph idx="4" type="body"/>
          </p:nvPr>
        </p:nvSpPr>
        <p:spPr>
          <a:xfrm>
            <a:off x="4664813" y="1125700"/>
            <a:ext cx="1900800" cy="30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70" name="Google Shape;370;p69"/>
          <p:cNvSpPr txBox="1"/>
          <p:nvPr>
            <p:ph idx="5" type="body"/>
          </p:nvPr>
        </p:nvSpPr>
        <p:spPr>
          <a:xfrm>
            <a:off x="2568925" y="1125700"/>
            <a:ext cx="1900800" cy="30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71" name="Google Shape;371;p6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2 Title and text slide - 4 text areas">
  <p:cSld name="CUSTOM_23_1_1_1_1_1_1_2_2"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3" name="Google Shape;373;p70"/>
          <p:cNvCxnSpPr/>
          <p:nvPr/>
        </p:nvCxnSpPr>
        <p:spPr>
          <a:xfrm>
            <a:off x="4572456" y="1112895"/>
            <a:ext cx="0" cy="14526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4" name="Google Shape;374;p70"/>
          <p:cNvSpPr txBox="1"/>
          <p:nvPr>
            <p:ph type="title"/>
          </p:nvPr>
        </p:nvSpPr>
        <p:spPr>
          <a:xfrm>
            <a:off x="420625" y="320050"/>
            <a:ext cx="8275200" cy="4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highlight>
                  <a:schemeClr val="accent1"/>
                </a:highlight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/>
        </p:txBody>
      </p:sp>
      <p:sp>
        <p:nvSpPr>
          <p:cNvPr id="375" name="Google Shape;375;p70"/>
          <p:cNvSpPr txBox="1"/>
          <p:nvPr>
            <p:ph idx="1" type="subTitle"/>
          </p:nvPr>
        </p:nvSpPr>
        <p:spPr>
          <a:xfrm>
            <a:off x="424450" y="756625"/>
            <a:ext cx="827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  <a:highlight>
                  <a:schemeClr val="dk1"/>
                </a:highlight>
              </a:defRPr>
            </a:lvl1pPr>
            <a:lvl2pPr lvl="1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/>
        </p:txBody>
      </p:sp>
      <p:sp>
        <p:nvSpPr>
          <p:cNvPr id="376" name="Google Shape;376;p70"/>
          <p:cNvSpPr txBox="1"/>
          <p:nvPr>
            <p:ph idx="2" type="body"/>
          </p:nvPr>
        </p:nvSpPr>
        <p:spPr>
          <a:xfrm>
            <a:off x="4693400" y="1125700"/>
            <a:ext cx="4002600" cy="14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377" name="Google Shape;377;p70"/>
          <p:cNvSpPr txBox="1"/>
          <p:nvPr>
            <p:ph idx="3" type="body"/>
          </p:nvPr>
        </p:nvSpPr>
        <p:spPr>
          <a:xfrm>
            <a:off x="420625" y="1125700"/>
            <a:ext cx="4002600" cy="14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400"/>
              <a:buChar char="■"/>
              <a:defRPr sz="1400"/>
            </a:lvl9pPr>
          </a:lstStyle>
          <a:p/>
        </p:txBody>
      </p:sp>
      <p:cxnSp>
        <p:nvCxnSpPr>
          <p:cNvPr id="378" name="Google Shape;378;p70"/>
          <p:cNvCxnSpPr/>
          <p:nvPr/>
        </p:nvCxnSpPr>
        <p:spPr>
          <a:xfrm>
            <a:off x="4572456" y="2719645"/>
            <a:ext cx="0" cy="14526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9" name="Google Shape;379;p70"/>
          <p:cNvSpPr txBox="1"/>
          <p:nvPr>
            <p:ph idx="4" type="body"/>
          </p:nvPr>
        </p:nvSpPr>
        <p:spPr>
          <a:xfrm>
            <a:off x="4693400" y="2732450"/>
            <a:ext cx="4002600" cy="14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380" name="Google Shape;380;p70"/>
          <p:cNvSpPr txBox="1"/>
          <p:nvPr>
            <p:ph idx="5" type="body"/>
          </p:nvPr>
        </p:nvSpPr>
        <p:spPr>
          <a:xfrm>
            <a:off x="420625" y="2732450"/>
            <a:ext cx="4002600" cy="14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381" name="Google Shape;381;p7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3 Title and text slide - 1 column - Gray">
  <p:cSld name="CUSTOM_23_1_1_1_1_1_1_2_1_1_1_1_1_1"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71"/>
          <p:cNvSpPr/>
          <p:nvPr/>
        </p:nvSpPr>
        <p:spPr>
          <a:xfrm>
            <a:off x="50" y="0"/>
            <a:ext cx="9144000" cy="1329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71"/>
          <p:cNvSpPr txBox="1"/>
          <p:nvPr>
            <p:ph type="title"/>
          </p:nvPr>
        </p:nvSpPr>
        <p:spPr>
          <a:xfrm>
            <a:off x="424925" y="315900"/>
            <a:ext cx="83730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85" name="Google Shape;385;p71"/>
          <p:cNvSpPr txBox="1"/>
          <p:nvPr>
            <p:ph idx="1" type="subTitle"/>
          </p:nvPr>
        </p:nvSpPr>
        <p:spPr>
          <a:xfrm>
            <a:off x="427950" y="756003"/>
            <a:ext cx="83730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>
                <a:highlight>
                  <a:schemeClr val="accent1"/>
                </a:highlight>
              </a:defRPr>
            </a:lvl1pPr>
            <a:lvl2pPr lvl="1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/>
        </p:txBody>
      </p:sp>
      <p:sp>
        <p:nvSpPr>
          <p:cNvPr id="386" name="Google Shape;386;p71"/>
          <p:cNvSpPr txBox="1"/>
          <p:nvPr>
            <p:ph idx="2" type="body"/>
          </p:nvPr>
        </p:nvSpPr>
        <p:spPr>
          <a:xfrm>
            <a:off x="423275" y="1761025"/>
            <a:ext cx="8272800" cy="24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i="0" sz="1600" u="none" cap="none" strike="noStrike">
                <a:solidFill>
                  <a:srgbClr val="000000"/>
                </a:solidFill>
              </a:defRPr>
            </a:lvl1pPr>
            <a:lvl2pPr indent="-330200" lvl="1" marL="914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i="0" sz="1600" u="none" cap="none" strike="noStrike">
                <a:solidFill>
                  <a:srgbClr val="000000"/>
                </a:solidFill>
              </a:defRPr>
            </a:lvl2pPr>
            <a:lvl3pPr indent="-330200" lvl="2" marL="1371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i="0" sz="1600" u="none" cap="none" strike="noStrike">
                <a:solidFill>
                  <a:srgbClr val="000000"/>
                </a:solidFill>
              </a:defRPr>
            </a:lvl3pPr>
            <a:lvl4pPr indent="-330200" lvl="3" marL="1828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i="0" sz="1600" u="none" cap="none" strike="noStrike">
                <a:solidFill>
                  <a:srgbClr val="000000"/>
                </a:solidFill>
              </a:defRPr>
            </a:lvl4pPr>
            <a:lvl5pPr indent="-330200" lvl="4" marL="22860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i="0" sz="1600" u="none" cap="none" strike="noStrike">
                <a:solidFill>
                  <a:srgbClr val="000000"/>
                </a:solidFill>
              </a:defRPr>
            </a:lvl5pPr>
            <a:lvl6pPr indent="-3302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i="0" sz="1600" u="none" cap="none" strike="noStrike">
                <a:solidFill>
                  <a:srgbClr val="000000"/>
                </a:solidFill>
              </a:defRPr>
            </a:lvl6pPr>
            <a:lvl7pPr indent="-3302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i="0" sz="1600" u="none" cap="none" strike="noStrike">
                <a:solidFill>
                  <a:srgbClr val="000000"/>
                </a:solidFill>
              </a:defRPr>
            </a:lvl7pPr>
            <a:lvl8pPr indent="-3302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i="0" sz="1600" u="none" cap="none" strike="noStrike">
                <a:solidFill>
                  <a:srgbClr val="000000"/>
                </a:solidFill>
              </a:defRPr>
            </a:lvl8pPr>
            <a:lvl9pPr indent="-3302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600"/>
              <a:buChar char="■"/>
              <a:defRPr i="0" sz="1600" u="none" cap="none" strike="noStrike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87" name="Google Shape;387;p7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3 Title and text slide - 1 column - Gold">
  <p:cSld name="CUSTOM_23_1_1_1_1_1_1_2_1_1_1_1_1_1_5"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72"/>
          <p:cNvSpPr/>
          <p:nvPr/>
        </p:nvSpPr>
        <p:spPr>
          <a:xfrm>
            <a:off x="50" y="0"/>
            <a:ext cx="9144000" cy="1329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72"/>
          <p:cNvSpPr txBox="1"/>
          <p:nvPr>
            <p:ph type="title"/>
          </p:nvPr>
        </p:nvSpPr>
        <p:spPr>
          <a:xfrm>
            <a:off x="424925" y="315900"/>
            <a:ext cx="83730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91" name="Google Shape;391;p72"/>
          <p:cNvSpPr txBox="1"/>
          <p:nvPr>
            <p:ph idx="1" type="subTitle"/>
          </p:nvPr>
        </p:nvSpPr>
        <p:spPr>
          <a:xfrm>
            <a:off x="427950" y="756003"/>
            <a:ext cx="83730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  <a:highlight>
                  <a:schemeClr val="dk1"/>
                </a:highlight>
              </a:defRPr>
            </a:lvl1pPr>
            <a:lvl2pPr lvl="1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/>
        </p:txBody>
      </p:sp>
      <p:sp>
        <p:nvSpPr>
          <p:cNvPr id="392" name="Google Shape;392;p72"/>
          <p:cNvSpPr txBox="1"/>
          <p:nvPr>
            <p:ph idx="2" type="body"/>
          </p:nvPr>
        </p:nvSpPr>
        <p:spPr>
          <a:xfrm>
            <a:off x="423275" y="1761025"/>
            <a:ext cx="8272800" cy="24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i="0" sz="1600" u="none" cap="none" strike="noStrike">
                <a:solidFill>
                  <a:srgbClr val="000000"/>
                </a:solidFill>
              </a:defRPr>
            </a:lvl1pPr>
            <a:lvl2pPr indent="-330200" lvl="1" marL="914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i="0" sz="1600" u="none" cap="none" strike="noStrike">
                <a:solidFill>
                  <a:srgbClr val="000000"/>
                </a:solidFill>
              </a:defRPr>
            </a:lvl2pPr>
            <a:lvl3pPr indent="-330200" lvl="2" marL="1371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i="0" sz="1600" u="none" cap="none" strike="noStrike">
                <a:solidFill>
                  <a:srgbClr val="000000"/>
                </a:solidFill>
              </a:defRPr>
            </a:lvl3pPr>
            <a:lvl4pPr indent="-330200" lvl="3" marL="1828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i="0" sz="1600" u="none" cap="none" strike="noStrike">
                <a:solidFill>
                  <a:srgbClr val="000000"/>
                </a:solidFill>
              </a:defRPr>
            </a:lvl4pPr>
            <a:lvl5pPr indent="-330200" lvl="4" marL="22860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i="0" sz="1600" u="none" cap="none" strike="noStrike">
                <a:solidFill>
                  <a:srgbClr val="000000"/>
                </a:solidFill>
              </a:defRPr>
            </a:lvl5pPr>
            <a:lvl6pPr indent="-3302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i="0" sz="1600" u="none" cap="none" strike="noStrike">
                <a:solidFill>
                  <a:srgbClr val="000000"/>
                </a:solidFill>
              </a:defRPr>
            </a:lvl6pPr>
            <a:lvl7pPr indent="-3302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i="0" sz="1600" u="none" cap="none" strike="noStrike">
                <a:solidFill>
                  <a:srgbClr val="000000"/>
                </a:solidFill>
              </a:defRPr>
            </a:lvl7pPr>
            <a:lvl8pPr indent="-3302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i="0" sz="1600" u="none" cap="none" strike="noStrike">
                <a:solidFill>
                  <a:srgbClr val="000000"/>
                </a:solidFill>
              </a:defRPr>
            </a:lvl8pPr>
            <a:lvl9pPr indent="-3302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600"/>
              <a:buChar char="■"/>
              <a:defRPr i="0" sz="1600" u="none" cap="none" strike="noStrike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93" name="Google Shape;393;p7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3 Title and text slide - 1 column - Black">
  <p:cSld name="CUSTOM_23_1_1_1_1_1_1_2_1_1_1_1_1_1_2"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73"/>
          <p:cNvSpPr/>
          <p:nvPr/>
        </p:nvSpPr>
        <p:spPr>
          <a:xfrm>
            <a:off x="50" y="0"/>
            <a:ext cx="9144000" cy="1329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73"/>
          <p:cNvSpPr txBox="1"/>
          <p:nvPr>
            <p:ph type="title"/>
          </p:nvPr>
        </p:nvSpPr>
        <p:spPr>
          <a:xfrm>
            <a:off x="424925" y="315900"/>
            <a:ext cx="83730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97" name="Google Shape;397;p73"/>
          <p:cNvSpPr txBox="1"/>
          <p:nvPr>
            <p:ph idx="1" type="subTitle"/>
          </p:nvPr>
        </p:nvSpPr>
        <p:spPr>
          <a:xfrm>
            <a:off x="427950" y="756003"/>
            <a:ext cx="83730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>
                <a:highlight>
                  <a:schemeClr val="accent1"/>
                </a:highlight>
              </a:defRPr>
            </a:lvl1pPr>
            <a:lvl2pPr lvl="1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/>
        </p:txBody>
      </p:sp>
      <p:sp>
        <p:nvSpPr>
          <p:cNvPr id="398" name="Google Shape;398;p73"/>
          <p:cNvSpPr txBox="1"/>
          <p:nvPr>
            <p:ph idx="2" type="body"/>
          </p:nvPr>
        </p:nvSpPr>
        <p:spPr>
          <a:xfrm>
            <a:off x="423275" y="1761025"/>
            <a:ext cx="8272800" cy="24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i="0" sz="1600" u="none" cap="none" strike="noStrike">
                <a:solidFill>
                  <a:srgbClr val="000000"/>
                </a:solidFill>
              </a:defRPr>
            </a:lvl1pPr>
            <a:lvl2pPr indent="-330200" lvl="1" marL="914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i="0" sz="1600" u="none" cap="none" strike="noStrike">
                <a:solidFill>
                  <a:srgbClr val="000000"/>
                </a:solidFill>
              </a:defRPr>
            </a:lvl2pPr>
            <a:lvl3pPr indent="-330200" lvl="2" marL="1371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i="0" sz="1600" u="none" cap="none" strike="noStrike">
                <a:solidFill>
                  <a:srgbClr val="000000"/>
                </a:solidFill>
              </a:defRPr>
            </a:lvl3pPr>
            <a:lvl4pPr indent="-330200" lvl="3" marL="1828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i="0" sz="1600" u="none" cap="none" strike="noStrike">
                <a:solidFill>
                  <a:srgbClr val="000000"/>
                </a:solidFill>
              </a:defRPr>
            </a:lvl4pPr>
            <a:lvl5pPr indent="-330200" lvl="4" marL="22860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i="0" sz="1600" u="none" cap="none" strike="noStrike">
                <a:solidFill>
                  <a:srgbClr val="000000"/>
                </a:solidFill>
              </a:defRPr>
            </a:lvl5pPr>
            <a:lvl6pPr indent="-3302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i="0" sz="1600" u="none" cap="none" strike="noStrike">
                <a:solidFill>
                  <a:srgbClr val="000000"/>
                </a:solidFill>
              </a:defRPr>
            </a:lvl6pPr>
            <a:lvl7pPr indent="-3302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i="0" sz="1600" u="none" cap="none" strike="noStrike">
                <a:solidFill>
                  <a:srgbClr val="000000"/>
                </a:solidFill>
              </a:defRPr>
            </a:lvl7pPr>
            <a:lvl8pPr indent="-3302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i="0" sz="1600" u="none" cap="none" strike="noStrike">
                <a:solidFill>
                  <a:srgbClr val="000000"/>
                </a:solidFill>
              </a:defRPr>
            </a:lvl8pPr>
            <a:lvl9pPr indent="-3302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600"/>
              <a:buChar char="■"/>
              <a:defRPr i="0" sz="1600" u="none" cap="none" strike="noStrike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99" name="Google Shape;399;p7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3 Title and text slide - 1 column - Maroon">
  <p:cSld name="CUSTOM_23_1_1_1_1_1_1_2_1_1_1_1_1_1_2_1"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74"/>
          <p:cNvSpPr/>
          <p:nvPr/>
        </p:nvSpPr>
        <p:spPr>
          <a:xfrm>
            <a:off x="50" y="0"/>
            <a:ext cx="9144000" cy="1329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74"/>
          <p:cNvSpPr txBox="1"/>
          <p:nvPr>
            <p:ph type="title"/>
          </p:nvPr>
        </p:nvSpPr>
        <p:spPr>
          <a:xfrm>
            <a:off x="424925" y="315900"/>
            <a:ext cx="83730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3" name="Google Shape;403;p74"/>
          <p:cNvSpPr txBox="1"/>
          <p:nvPr>
            <p:ph idx="1" type="subTitle"/>
          </p:nvPr>
        </p:nvSpPr>
        <p:spPr>
          <a:xfrm>
            <a:off x="427950" y="756003"/>
            <a:ext cx="83730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>
                <a:highlight>
                  <a:schemeClr val="accent1"/>
                </a:highlight>
              </a:defRPr>
            </a:lvl1pPr>
            <a:lvl2pPr lvl="1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/>
        </p:txBody>
      </p:sp>
      <p:sp>
        <p:nvSpPr>
          <p:cNvPr id="404" name="Google Shape;404;p74"/>
          <p:cNvSpPr txBox="1"/>
          <p:nvPr>
            <p:ph idx="2" type="body"/>
          </p:nvPr>
        </p:nvSpPr>
        <p:spPr>
          <a:xfrm>
            <a:off x="423275" y="1761025"/>
            <a:ext cx="8272800" cy="24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i="0" sz="1600" u="none" cap="none" strike="noStrike">
                <a:solidFill>
                  <a:srgbClr val="000000"/>
                </a:solidFill>
              </a:defRPr>
            </a:lvl1pPr>
            <a:lvl2pPr indent="-330200" lvl="1" marL="914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i="0" sz="1600" u="none" cap="none" strike="noStrike">
                <a:solidFill>
                  <a:srgbClr val="000000"/>
                </a:solidFill>
              </a:defRPr>
            </a:lvl2pPr>
            <a:lvl3pPr indent="-330200" lvl="2" marL="1371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i="0" sz="1600" u="none" cap="none" strike="noStrike">
                <a:solidFill>
                  <a:srgbClr val="000000"/>
                </a:solidFill>
              </a:defRPr>
            </a:lvl3pPr>
            <a:lvl4pPr indent="-330200" lvl="3" marL="1828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i="0" sz="1600" u="none" cap="none" strike="noStrike">
                <a:solidFill>
                  <a:srgbClr val="000000"/>
                </a:solidFill>
              </a:defRPr>
            </a:lvl4pPr>
            <a:lvl5pPr indent="-330200" lvl="4" marL="22860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i="0" sz="1600" u="none" cap="none" strike="noStrike">
                <a:solidFill>
                  <a:srgbClr val="000000"/>
                </a:solidFill>
              </a:defRPr>
            </a:lvl5pPr>
            <a:lvl6pPr indent="-3302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i="0" sz="1600" u="none" cap="none" strike="noStrike">
                <a:solidFill>
                  <a:srgbClr val="000000"/>
                </a:solidFill>
              </a:defRPr>
            </a:lvl6pPr>
            <a:lvl7pPr indent="-3302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i="0" sz="1600" u="none" cap="none" strike="noStrike">
                <a:solidFill>
                  <a:srgbClr val="000000"/>
                </a:solidFill>
              </a:defRPr>
            </a:lvl7pPr>
            <a:lvl8pPr indent="-3302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i="0" sz="1600" u="none" cap="none" strike="noStrike">
                <a:solidFill>
                  <a:srgbClr val="000000"/>
                </a:solidFill>
              </a:defRPr>
            </a:lvl8pPr>
            <a:lvl9pPr indent="-3302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600"/>
              <a:buChar char="■"/>
              <a:defRPr i="0" sz="1600" u="none" cap="none" strike="noStrike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405" name="Google Shape;405;p7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3 Title and text slide - 2 column - Gray">
  <p:cSld name="CUSTOM_23_1_1_1_1_1_1_2_1_1_1_1_1_1_4"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75"/>
          <p:cNvSpPr/>
          <p:nvPr/>
        </p:nvSpPr>
        <p:spPr>
          <a:xfrm>
            <a:off x="50" y="0"/>
            <a:ext cx="9144000" cy="1329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75"/>
          <p:cNvSpPr txBox="1"/>
          <p:nvPr>
            <p:ph type="title"/>
          </p:nvPr>
        </p:nvSpPr>
        <p:spPr>
          <a:xfrm>
            <a:off x="424925" y="315900"/>
            <a:ext cx="83730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9" name="Google Shape;409;p75"/>
          <p:cNvSpPr txBox="1"/>
          <p:nvPr>
            <p:ph idx="1" type="subTitle"/>
          </p:nvPr>
        </p:nvSpPr>
        <p:spPr>
          <a:xfrm>
            <a:off x="427950" y="756003"/>
            <a:ext cx="83730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>
                <a:highlight>
                  <a:schemeClr val="accent1"/>
                </a:highlight>
              </a:defRPr>
            </a:lvl1pPr>
            <a:lvl2pPr lvl="1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/>
        </p:txBody>
      </p:sp>
      <p:sp>
        <p:nvSpPr>
          <p:cNvPr id="410" name="Google Shape;410;p75"/>
          <p:cNvSpPr txBox="1"/>
          <p:nvPr>
            <p:ph idx="2" type="body"/>
          </p:nvPr>
        </p:nvSpPr>
        <p:spPr>
          <a:xfrm>
            <a:off x="423275" y="1761025"/>
            <a:ext cx="4103100" cy="24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i="0" sz="1600" u="none" cap="none" strike="noStrike">
                <a:solidFill>
                  <a:srgbClr val="000000"/>
                </a:solidFill>
              </a:defRPr>
            </a:lvl1pPr>
            <a:lvl2pPr indent="-330200" lvl="1" marL="914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i="0" sz="1600" u="none" cap="none" strike="noStrike">
                <a:solidFill>
                  <a:srgbClr val="000000"/>
                </a:solidFill>
              </a:defRPr>
            </a:lvl2pPr>
            <a:lvl3pPr indent="-330200" lvl="2" marL="1371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i="0" sz="1600" u="none" cap="none" strike="noStrike">
                <a:solidFill>
                  <a:srgbClr val="000000"/>
                </a:solidFill>
              </a:defRPr>
            </a:lvl3pPr>
            <a:lvl4pPr indent="-330200" lvl="3" marL="1828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i="0" sz="1600" u="none" cap="none" strike="noStrike">
                <a:solidFill>
                  <a:srgbClr val="000000"/>
                </a:solidFill>
              </a:defRPr>
            </a:lvl4pPr>
            <a:lvl5pPr indent="-330200" lvl="4" marL="22860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i="0" sz="1600" u="none" cap="none" strike="noStrike">
                <a:solidFill>
                  <a:srgbClr val="000000"/>
                </a:solidFill>
              </a:defRPr>
            </a:lvl5pPr>
            <a:lvl6pPr indent="-3302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i="0" sz="1600" u="none" cap="none" strike="noStrike">
                <a:solidFill>
                  <a:srgbClr val="000000"/>
                </a:solidFill>
              </a:defRPr>
            </a:lvl6pPr>
            <a:lvl7pPr indent="-3302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i="0" sz="1600" u="none" cap="none" strike="noStrike">
                <a:solidFill>
                  <a:srgbClr val="000000"/>
                </a:solidFill>
              </a:defRPr>
            </a:lvl7pPr>
            <a:lvl8pPr indent="-3302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i="0" sz="1600" u="none" cap="none" strike="noStrike">
                <a:solidFill>
                  <a:srgbClr val="000000"/>
                </a:solidFill>
              </a:defRPr>
            </a:lvl8pPr>
            <a:lvl9pPr indent="-3302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600"/>
              <a:buChar char="■"/>
              <a:defRPr i="0" sz="1600" u="none" cap="none" strike="noStrike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411" name="Google Shape;411;p75"/>
          <p:cNvSpPr txBox="1"/>
          <p:nvPr>
            <p:ph idx="3" type="body"/>
          </p:nvPr>
        </p:nvSpPr>
        <p:spPr>
          <a:xfrm>
            <a:off x="4617725" y="1761025"/>
            <a:ext cx="4078200" cy="24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i="0" sz="1600" u="none" cap="none" strike="noStrike">
                <a:solidFill>
                  <a:srgbClr val="000000"/>
                </a:solidFill>
              </a:defRPr>
            </a:lvl1pPr>
            <a:lvl2pPr indent="-330200" lvl="1" marL="914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i="0" sz="1600" u="none" cap="none" strike="noStrike">
                <a:solidFill>
                  <a:srgbClr val="000000"/>
                </a:solidFill>
              </a:defRPr>
            </a:lvl2pPr>
            <a:lvl3pPr indent="-330200" lvl="2" marL="1371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i="0" sz="1600" u="none" cap="none" strike="noStrike">
                <a:solidFill>
                  <a:srgbClr val="000000"/>
                </a:solidFill>
              </a:defRPr>
            </a:lvl3pPr>
            <a:lvl4pPr indent="-330200" lvl="3" marL="1828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i="0" sz="1600" u="none" cap="none" strike="noStrike">
                <a:solidFill>
                  <a:srgbClr val="000000"/>
                </a:solidFill>
              </a:defRPr>
            </a:lvl4pPr>
            <a:lvl5pPr indent="-330200" lvl="4" marL="22860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i="0" sz="1600" u="none" cap="none" strike="noStrike">
                <a:solidFill>
                  <a:srgbClr val="000000"/>
                </a:solidFill>
              </a:defRPr>
            </a:lvl5pPr>
            <a:lvl6pPr indent="-3302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i="0" sz="1600" u="none" cap="none" strike="noStrike">
                <a:solidFill>
                  <a:srgbClr val="000000"/>
                </a:solidFill>
              </a:defRPr>
            </a:lvl6pPr>
            <a:lvl7pPr indent="-3302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i="0" sz="1600" u="none" cap="none" strike="noStrike">
                <a:solidFill>
                  <a:srgbClr val="000000"/>
                </a:solidFill>
              </a:defRPr>
            </a:lvl7pPr>
            <a:lvl8pPr indent="-3302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i="0" sz="1600" u="none" cap="none" strike="noStrike">
                <a:solidFill>
                  <a:srgbClr val="000000"/>
                </a:solidFill>
              </a:defRPr>
            </a:lvl8pPr>
            <a:lvl9pPr indent="-3302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600"/>
              <a:buChar char="■"/>
              <a:defRPr i="0" sz="1600" u="none" cap="none" strike="noStrike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412" name="Google Shape;412;p7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3 Title and text slide - 2 column - Gold">
  <p:cSld name="CUSTOM_23_1_1_1_1_1_1_2_1_1_1_1_1_1_4_1"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76"/>
          <p:cNvSpPr/>
          <p:nvPr/>
        </p:nvSpPr>
        <p:spPr>
          <a:xfrm>
            <a:off x="50" y="0"/>
            <a:ext cx="9144000" cy="1329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76"/>
          <p:cNvSpPr txBox="1"/>
          <p:nvPr>
            <p:ph type="title"/>
          </p:nvPr>
        </p:nvSpPr>
        <p:spPr>
          <a:xfrm>
            <a:off x="424925" y="315900"/>
            <a:ext cx="83730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16" name="Google Shape;416;p76"/>
          <p:cNvSpPr txBox="1"/>
          <p:nvPr>
            <p:ph idx="1" type="subTitle"/>
          </p:nvPr>
        </p:nvSpPr>
        <p:spPr>
          <a:xfrm>
            <a:off x="427950" y="756003"/>
            <a:ext cx="83730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  <a:highlight>
                  <a:schemeClr val="dk1"/>
                </a:highlight>
              </a:defRPr>
            </a:lvl1pPr>
            <a:lvl2pPr lvl="1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/>
        </p:txBody>
      </p:sp>
      <p:sp>
        <p:nvSpPr>
          <p:cNvPr id="417" name="Google Shape;417;p76"/>
          <p:cNvSpPr txBox="1"/>
          <p:nvPr>
            <p:ph idx="2" type="body"/>
          </p:nvPr>
        </p:nvSpPr>
        <p:spPr>
          <a:xfrm>
            <a:off x="423275" y="1761025"/>
            <a:ext cx="4103100" cy="24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i="0" sz="1600" u="none" cap="none" strike="noStrike">
                <a:solidFill>
                  <a:srgbClr val="000000"/>
                </a:solidFill>
              </a:defRPr>
            </a:lvl1pPr>
            <a:lvl2pPr indent="-330200" lvl="1" marL="914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i="0" sz="1600" u="none" cap="none" strike="noStrike">
                <a:solidFill>
                  <a:srgbClr val="000000"/>
                </a:solidFill>
              </a:defRPr>
            </a:lvl2pPr>
            <a:lvl3pPr indent="-330200" lvl="2" marL="1371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i="0" sz="1600" u="none" cap="none" strike="noStrike">
                <a:solidFill>
                  <a:srgbClr val="000000"/>
                </a:solidFill>
              </a:defRPr>
            </a:lvl3pPr>
            <a:lvl4pPr indent="-330200" lvl="3" marL="1828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i="0" sz="1600" u="none" cap="none" strike="noStrike">
                <a:solidFill>
                  <a:srgbClr val="000000"/>
                </a:solidFill>
              </a:defRPr>
            </a:lvl4pPr>
            <a:lvl5pPr indent="-330200" lvl="4" marL="22860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i="0" sz="1600" u="none" cap="none" strike="noStrike">
                <a:solidFill>
                  <a:srgbClr val="000000"/>
                </a:solidFill>
              </a:defRPr>
            </a:lvl5pPr>
            <a:lvl6pPr indent="-3302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i="0" sz="1600" u="none" cap="none" strike="noStrike">
                <a:solidFill>
                  <a:srgbClr val="000000"/>
                </a:solidFill>
              </a:defRPr>
            </a:lvl6pPr>
            <a:lvl7pPr indent="-3302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i="0" sz="1600" u="none" cap="none" strike="noStrike">
                <a:solidFill>
                  <a:srgbClr val="000000"/>
                </a:solidFill>
              </a:defRPr>
            </a:lvl7pPr>
            <a:lvl8pPr indent="-3302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i="0" sz="1600" u="none" cap="none" strike="noStrike">
                <a:solidFill>
                  <a:srgbClr val="000000"/>
                </a:solidFill>
              </a:defRPr>
            </a:lvl8pPr>
            <a:lvl9pPr indent="-3302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600"/>
              <a:buChar char="■"/>
              <a:defRPr i="0" sz="1600" u="none" cap="none" strike="noStrike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418" name="Google Shape;418;p76"/>
          <p:cNvSpPr txBox="1"/>
          <p:nvPr>
            <p:ph idx="3" type="body"/>
          </p:nvPr>
        </p:nvSpPr>
        <p:spPr>
          <a:xfrm>
            <a:off x="4617725" y="1761025"/>
            <a:ext cx="4078200" cy="24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i="0" sz="1600" u="none" cap="none" strike="noStrike">
                <a:solidFill>
                  <a:srgbClr val="000000"/>
                </a:solidFill>
              </a:defRPr>
            </a:lvl1pPr>
            <a:lvl2pPr indent="-330200" lvl="1" marL="914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i="0" sz="1600" u="none" cap="none" strike="noStrike">
                <a:solidFill>
                  <a:srgbClr val="000000"/>
                </a:solidFill>
              </a:defRPr>
            </a:lvl2pPr>
            <a:lvl3pPr indent="-330200" lvl="2" marL="1371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i="0" sz="1600" u="none" cap="none" strike="noStrike">
                <a:solidFill>
                  <a:srgbClr val="000000"/>
                </a:solidFill>
              </a:defRPr>
            </a:lvl3pPr>
            <a:lvl4pPr indent="-330200" lvl="3" marL="1828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i="0" sz="1600" u="none" cap="none" strike="noStrike">
                <a:solidFill>
                  <a:srgbClr val="000000"/>
                </a:solidFill>
              </a:defRPr>
            </a:lvl4pPr>
            <a:lvl5pPr indent="-330200" lvl="4" marL="22860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i="0" sz="1600" u="none" cap="none" strike="noStrike">
                <a:solidFill>
                  <a:srgbClr val="000000"/>
                </a:solidFill>
              </a:defRPr>
            </a:lvl5pPr>
            <a:lvl6pPr indent="-3302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i="0" sz="1600" u="none" cap="none" strike="noStrike">
                <a:solidFill>
                  <a:srgbClr val="000000"/>
                </a:solidFill>
              </a:defRPr>
            </a:lvl6pPr>
            <a:lvl7pPr indent="-3302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i="0" sz="1600" u="none" cap="none" strike="noStrike">
                <a:solidFill>
                  <a:srgbClr val="000000"/>
                </a:solidFill>
              </a:defRPr>
            </a:lvl7pPr>
            <a:lvl8pPr indent="-3302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i="0" sz="1600" u="none" cap="none" strike="noStrike">
                <a:solidFill>
                  <a:srgbClr val="000000"/>
                </a:solidFill>
              </a:defRPr>
            </a:lvl8pPr>
            <a:lvl9pPr indent="-3302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600"/>
              <a:buChar char="■"/>
              <a:defRPr i="0" sz="1600" u="none" cap="none" strike="noStrike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419" name="Google Shape;419;p7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3 Title and text slide - 2 column - Black">
  <p:cSld name="CUSTOM_23_1_1_1_1_1_1_2_1_1_1_1_1_1_2_4"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77"/>
          <p:cNvSpPr/>
          <p:nvPr/>
        </p:nvSpPr>
        <p:spPr>
          <a:xfrm>
            <a:off x="50" y="0"/>
            <a:ext cx="9144000" cy="1329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77"/>
          <p:cNvSpPr txBox="1"/>
          <p:nvPr>
            <p:ph type="title"/>
          </p:nvPr>
        </p:nvSpPr>
        <p:spPr>
          <a:xfrm>
            <a:off x="424925" y="315900"/>
            <a:ext cx="83730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23" name="Google Shape;423;p77"/>
          <p:cNvSpPr txBox="1"/>
          <p:nvPr>
            <p:ph idx="1" type="subTitle"/>
          </p:nvPr>
        </p:nvSpPr>
        <p:spPr>
          <a:xfrm>
            <a:off x="427950" y="756003"/>
            <a:ext cx="83730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>
                <a:highlight>
                  <a:schemeClr val="accent1"/>
                </a:highlight>
              </a:defRPr>
            </a:lvl1pPr>
            <a:lvl2pPr lvl="1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/>
        </p:txBody>
      </p:sp>
      <p:sp>
        <p:nvSpPr>
          <p:cNvPr id="424" name="Google Shape;424;p77"/>
          <p:cNvSpPr txBox="1"/>
          <p:nvPr>
            <p:ph idx="2" type="body"/>
          </p:nvPr>
        </p:nvSpPr>
        <p:spPr>
          <a:xfrm>
            <a:off x="423275" y="1761025"/>
            <a:ext cx="4103100" cy="24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i="0" sz="1600" u="none" cap="none" strike="noStrike">
                <a:solidFill>
                  <a:srgbClr val="000000"/>
                </a:solidFill>
              </a:defRPr>
            </a:lvl1pPr>
            <a:lvl2pPr indent="-330200" lvl="1" marL="914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i="0" sz="1600" u="none" cap="none" strike="noStrike">
                <a:solidFill>
                  <a:srgbClr val="000000"/>
                </a:solidFill>
              </a:defRPr>
            </a:lvl2pPr>
            <a:lvl3pPr indent="-330200" lvl="2" marL="1371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i="0" sz="1600" u="none" cap="none" strike="noStrike">
                <a:solidFill>
                  <a:srgbClr val="000000"/>
                </a:solidFill>
              </a:defRPr>
            </a:lvl3pPr>
            <a:lvl4pPr indent="-330200" lvl="3" marL="1828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i="0" sz="1600" u="none" cap="none" strike="noStrike">
                <a:solidFill>
                  <a:srgbClr val="000000"/>
                </a:solidFill>
              </a:defRPr>
            </a:lvl4pPr>
            <a:lvl5pPr indent="-330200" lvl="4" marL="22860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i="0" sz="1600" u="none" cap="none" strike="noStrike">
                <a:solidFill>
                  <a:srgbClr val="000000"/>
                </a:solidFill>
              </a:defRPr>
            </a:lvl5pPr>
            <a:lvl6pPr indent="-3302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i="0" sz="1600" u="none" cap="none" strike="noStrike">
                <a:solidFill>
                  <a:srgbClr val="000000"/>
                </a:solidFill>
              </a:defRPr>
            </a:lvl6pPr>
            <a:lvl7pPr indent="-3302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i="0" sz="1600" u="none" cap="none" strike="noStrike">
                <a:solidFill>
                  <a:srgbClr val="000000"/>
                </a:solidFill>
              </a:defRPr>
            </a:lvl7pPr>
            <a:lvl8pPr indent="-3302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i="0" sz="1600" u="none" cap="none" strike="noStrike">
                <a:solidFill>
                  <a:srgbClr val="000000"/>
                </a:solidFill>
              </a:defRPr>
            </a:lvl8pPr>
            <a:lvl9pPr indent="-3302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600"/>
              <a:buChar char="■"/>
              <a:defRPr i="0" sz="1600" u="none" cap="none" strike="noStrike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425" name="Google Shape;425;p77"/>
          <p:cNvSpPr txBox="1"/>
          <p:nvPr>
            <p:ph idx="3" type="body"/>
          </p:nvPr>
        </p:nvSpPr>
        <p:spPr>
          <a:xfrm>
            <a:off x="4617725" y="1761025"/>
            <a:ext cx="4078200" cy="24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i="0" sz="1600" u="none" cap="none" strike="noStrike">
                <a:solidFill>
                  <a:srgbClr val="000000"/>
                </a:solidFill>
              </a:defRPr>
            </a:lvl1pPr>
            <a:lvl2pPr indent="-330200" lvl="1" marL="914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i="0" sz="1600" u="none" cap="none" strike="noStrike">
                <a:solidFill>
                  <a:srgbClr val="000000"/>
                </a:solidFill>
              </a:defRPr>
            </a:lvl2pPr>
            <a:lvl3pPr indent="-330200" lvl="2" marL="1371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i="0" sz="1600" u="none" cap="none" strike="noStrike">
                <a:solidFill>
                  <a:srgbClr val="000000"/>
                </a:solidFill>
              </a:defRPr>
            </a:lvl3pPr>
            <a:lvl4pPr indent="-330200" lvl="3" marL="1828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i="0" sz="1600" u="none" cap="none" strike="noStrike">
                <a:solidFill>
                  <a:srgbClr val="000000"/>
                </a:solidFill>
              </a:defRPr>
            </a:lvl4pPr>
            <a:lvl5pPr indent="-330200" lvl="4" marL="22860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i="0" sz="1600" u="none" cap="none" strike="noStrike">
                <a:solidFill>
                  <a:srgbClr val="000000"/>
                </a:solidFill>
              </a:defRPr>
            </a:lvl5pPr>
            <a:lvl6pPr indent="-3302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i="0" sz="1600" u="none" cap="none" strike="noStrike">
                <a:solidFill>
                  <a:srgbClr val="000000"/>
                </a:solidFill>
              </a:defRPr>
            </a:lvl6pPr>
            <a:lvl7pPr indent="-3302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i="0" sz="1600" u="none" cap="none" strike="noStrike">
                <a:solidFill>
                  <a:srgbClr val="000000"/>
                </a:solidFill>
              </a:defRPr>
            </a:lvl7pPr>
            <a:lvl8pPr indent="-3302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i="0" sz="1600" u="none" cap="none" strike="noStrike">
                <a:solidFill>
                  <a:srgbClr val="000000"/>
                </a:solidFill>
              </a:defRPr>
            </a:lvl8pPr>
            <a:lvl9pPr indent="-3302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600"/>
              <a:buChar char="■"/>
              <a:defRPr i="0" sz="1600" u="none" cap="none" strike="noStrike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426" name="Google Shape;426;p7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3 Title and text slide - 2 column - Maroon">
  <p:cSld name="CUSTOM_23_1_1_1_1_1_1_2_1_1_1_1_1_1_2_1_3"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78"/>
          <p:cNvSpPr/>
          <p:nvPr/>
        </p:nvSpPr>
        <p:spPr>
          <a:xfrm>
            <a:off x="50" y="0"/>
            <a:ext cx="9144000" cy="1329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78"/>
          <p:cNvSpPr txBox="1"/>
          <p:nvPr>
            <p:ph type="title"/>
          </p:nvPr>
        </p:nvSpPr>
        <p:spPr>
          <a:xfrm>
            <a:off x="424925" y="315900"/>
            <a:ext cx="83730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30" name="Google Shape;430;p78"/>
          <p:cNvSpPr txBox="1"/>
          <p:nvPr>
            <p:ph idx="1" type="subTitle"/>
          </p:nvPr>
        </p:nvSpPr>
        <p:spPr>
          <a:xfrm>
            <a:off x="427950" y="756003"/>
            <a:ext cx="83730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>
                <a:highlight>
                  <a:schemeClr val="accent1"/>
                </a:highlight>
              </a:defRPr>
            </a:lvl1pPr>
            <a:lvl2pPr lvl="1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/>
        </p:txBody>
      </p:sp>
      <p:sp>
        <p:nvSpPr>
          <p:cNvPr id="431" name="Google Shape;431;p78"/>
          <p:cNvSpPr txBox="1"/>
          <p:nvPr>
            <p:ph idx="2" type="body"/>
          </p:nvPr>
        </p:nvSpPr>
        <p:spPr>
          <a:xfrm>
            <a:off x="423275" y="1761025"/>
            <a:ext cx="4103100" cy="24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i="0" sz="1600" u="none" cap="none" strike="noStrike">
                <a:solidFill>
                  <a:srgbClr val="000000"/>
                </a:solidFill>
              </a:defRPr>
            </a:lvl1pPr>
            <a:lvl2pPr indent="-330200" lvl="1" marL="914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i="0" sz="1600" u="none" cap="none" strike="noStrike">
                <a:solidFill>
                  <a:srgbClr val="000000"/>
                </a:solidFill>
              </a:defRPr>
            </a:lvl2pPr>
            <a:lvl3pPr indent="-330200" lvl="2" marL="1371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i="0" sz="1600" u="none" cap="none" strike="noStrike">
                <a:solidFill>
                  <a:srgbClr val="000000"/>
                </a:solidFill>
              </a:defRPr>
            </a:lvl3pPr>
            <a:lvl4pPr indent="-330200" lvl="3" marL="1828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i="0" sz="1600" u="none" cap="none" strike="noStrike">
                <a:solidFill>
                  <a:srgbClr val="000000"/>
                </a:solidFill>
              </a:defRPr>
            </a:lvl4pPr>
            <a:lvl5pPr indent="-330200" lvl="4" marL="22860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i="0" sz="1600" u="none" cap="none" strike="noStrike">
                <a:solidFill>
                  <a:srgbClr val="000000"/>
                </a:solidFill>
              </a:defRPr>
            </a:lvl5pPr>
            <a:lvl6pPr indent="-3302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i="0" sz="1600" u="none" cap="none" strike="noStrike">
                <a:solidFill>
                  <a:srgbClr val="000000"/>
                </a:solidFill>
              </a:defRPr>
            </a:lvl6pPr>
            <a:lvl7pPr indent="-3302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i="0" sz="1600" u="none" cap="none" strike="noStrike">
                <a:solidFill>
                  <a:srgbClr val="000000"/>
                </a:solidFill>
              </a:defRPr>
            </a:lvl7pPr>
            <a:lvl8pPr indent="-3302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i="0" sz="1600" u="none" cap="none" strike="noStrike">
                <a:solidFill>
                  <a:srgbClr val="000000"/>
                </a:solidFill>
              </a:defRPr>
            </a:lvl8pPr>
            <a:lvl9pPr indent="-3302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600"/>
              <a:buChar char="■"/>
              <a:defRPr i="0" sz="1600" u="none" cap="none" strike="noStrike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432" name="Google Shape;432;p78"/>
          <p:cNvSpPr txBox="1"/>
          <p:nvPr>
            <p:ph idx="3" type="body"/>
          </p:nvPr>
        </p:nvSpPr>
        <p:spPr>
          <a:xfrm>
            <a:off x="4617725" y="1761025"/>
            <a:ext cx="4078200" cy="24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i="0" sz="1600" u="none" cap="none" strike="noStrike">
                <a:solidFill>
                  <a:srgbClr val="000000"/>
                </a:solidFill>
              </a:defRPr>
            </a:lvl1pPr>
            <a:lvl2pPr indent="-330200" lvl="1" marL="914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i="0" sz="1600" u="none" cap="none" strike="noStrike">
                <a:solidFill>
                  <a:srgbClr val="000000"/>
                </a:solidFill>
              </a:defRPr>
            </a:lvl2pPr>
            <a:lvl3pPr indent="-330200" lvl="2" marL="1371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i="0" sz="1600" u="none" cap="none" strike="noStrike">
                <a:solidFill>
                  <a:srgbClr val="000000"/>
                </a:solidFill>
              </a:defRPr>
            </a:lvl3pPr>
            <a:lvl4pPr indent="-330200" lvl="3" marL="1828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i="0" sz="1600" u="none" cap="none" strike="noStrike">
                <a:solidFill>
                  <a:srgbClr val="000000"/>
                </a:solidFill>
              </a:defRPr>
            </a:lvl4pPr>
            <a:lvl5pPr indent="-330200" lvl="4" marL="22860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i="0" sz="1600" u="none" cap="none" strike="noStrike">
                <a:solidFill>
                  <a:srgbClr val="000000"/>
                </a:solidFill>
              </a:defRPr>
            </a:lvl5pPr>
            <a:lvl6pPr indent="-3302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i="0" sz="1600" u="none" cap="none" strike="noStrike">
                <a:solidFill>
                  <a:srgbClr val="000000"/>
                </a:solidFill>
              </a:defRPr>
            </a:lvl6pPr>
            <a:lvl7pPr indent="-3302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i="0" sz="1600" u="none" cap="none" strike="noStrike">
                <a:solidFill>
                  <a:srgbClr val="000000"/>
                </a:solidFill>
              </a:defRPr>
            </a:lvl7pPr>
            <a:lvl8pPr indent="-3302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i="0" sz="1600" u="none" cap="none" strike="noStrike">
                <a:solidFill>
                  <a:srgbClr val="000000"/>
                </a:solidFill>
              </a:defRPr>
            </a:lvl8pPr>
            <a:lvl9pPr indent="-3302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600"/>
              <a:buChar char="■"/>
              <a:defRPr i="0" sz="1600" u="none" cap="none" strike="noStrike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433" name="Google Shape;433;p7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3 Title and text slide - 3 column - Gray">
  <p:cSld name="CUSTOM_23_1_1_1_1_1_1_2_1_1_1_1_1_1_3"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79"/>
          <p:cNvSpPr/>
          <p:nvPr/>
        </p:nvSpPr>
        <p:spPr>
          <a:xfrm>
            <a:off x="50" y="0"/>
            <a:ext cx="9144000" cy="1329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79"/>
          <p:cNvSpPr txBox="1"/>
          <p:nvPr>
            <p:ph type="title"/>
          </p:nvPr>
        </p:nvSpPr>
        <p:spPr>
          <a:xfrm>
            <a:off x="424925" y="315900"/>
            <a:ext cx="83730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37" name="Google Shape;437;p79"/>
          <p:cNvSpPr txBox="1"/>
          <p:nvPr>
            <p:ph idx="1" type="subTitle"/>
          </p:nvPr>
        </p:nvSpPr>
        <p:spPr>
          <a:xfrm>
            <a:off x="427950" y="756003"/>
            <a:ext cx="83730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>
                <a:highlight>
                  <a:schemeClr val="accent1"/>
                </a:highlight>
              </a:defRPr>
            </a:lvl1pPr>
            <a:lvl2pPr lvl="1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/>
        </p:txBody>
      </p:sp>
      <p:sp>
        <p:nvSpPr>
          <p:cNvPr id="438" name="Google Shape;438;p79"/>
          <p:cNvSpPr txBox="1"/>
          <p:nvPr>
            <p:ph idx="2" type="body"/>
          </p:nvPr>
        </p:nvSpPr>
        <p:spPr>
          <a:xfrm>
            <a:off x="423275" y="1761025"/>
            <a:ext cx="2667900" cy="24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i="0" sz="1600" u="none" cap="none" strike="noStrike">
                <a:solidFill>
                  <a:srgbClr val="000000"/>
                </a:solidFill>
              </a:defRPr>
            </a:lvl1pPr>
            <a:lvl2pPr indent="-330200" lvl="1" marL="914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i="0" sz="1600" u="none" cap="none" strike="noStrike">
                <a:solidFill>
                  <a:srgbClr val="000000"/>
                </a:solidFill>
              </a:defRPr>
            </a:lvl2pPr>
            <a:lvl3pPr indent="-330200" lvl="2" marL="1371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i="0" sz="1600" u="none" cap="none" strike="noStrike">
                <a:solidFill>
                  <a:srgbClr val="000000"/>
                </a:solidFill>
              </a:defRPr>
            </a:lvl3pPr>
            <a:lvl4pPr indent="-330200" lvl="3" marL="1828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i="0" sz="1600" u="none" cap="none" strike="noStrike">
                <a:solidFill>
                  <a:srgbClr val="000000"/>
                </a:solidFill>
              </a:defRPr>
            </a:lvl4pPr>
            <a:lvl5pPr indent="-330200" lvl="4" marL="22860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i="0" sz="1600" u="none" cap="none" strike="noStrike">
                <a:solidFill>
                  <a:srgbClr val="000000"/>
                </a:solidFill>
              </a:defRPr>
            </a:lvl5pPr>
            <a:lvl6pPr indent="-3302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i="0" sz="1600" u="none" cap="none" strike="noStrike">
                <a:solidFill>
                  <a:srgbClr val="000000"/>
                </a:solidFill>
              </a:defRPr>
            </a:lvl6pPr>
            <a:lvl7pPr indent="-3302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i="0" sz="1600" u="none" cap="none" strike="noStrike">
                <a:solidFill>
                  <a:srgbClr val="000000"/>
                </a:solidFill>
              </a:defRPr>
            </a:lvl7pPr>
            <a:lvl8pPr indent="-3302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i="0" sz="1600" u="none" cap="none" strike="noStrike">
                <a:solidFill>
                  <a:srgbClr val="000000"/>
                </a:solidFill>
              </a:defRPr>
            </a:lvl8pPr>
            <a:lvl9pPr indent="-3302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600"/>
              <a:buChar char="■"/>
              <a:defRPr i="0" sz="1600" u="none" cap="none" strike="noStrike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439" name="Google Shape;439;p79"/>
          <p:cNvSpPr txBox="1"/>
          <p:nvPr>
            <p:ph idx="3" type="body"/>
          </p:nvPr>
        </p:nvSpPr>
        <p:spPr>
          <a:xfrm>
            <a:off x="3225736" y="1761025"/>
            <a:ext cx="2667900" cy="24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i="0" sz="1600" u="none" cap="none" strike="noStrike">
                <a:solidFill>
                  <a:srgbClr val="000000"/>
                </a:solidFill>
              </a:defRPr>
            </a:lvl1pPr>
            <a:lvl2pPr indent="-330200" lvl="1" marL="914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i="0" sz="1600" u="none" cap="none" strike="noStrike">
                <a:solidFill>
                  <a:srgbClr val="000000"/>
                </a:solidFill>
              </a:defRPr>
            </a:lvl2pPr>
            <a:lvl3pPr indent="-330200" lvl="2" marL="1371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i="0" sz="1600" u="none" cap="none" strike="noStrike">
                <a:solidFill>
                  <a:srgbClr val="000000"/>
                </a:solidFill>
              </a:defRPr>
            </a:lvl3pPr>
            <a:lvl4pPr indent="-330200" lvl="3" marL="1828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i="0" sz="1600" u="none" cap="none" strike="noStrike">
                <a:solidFill>
                  <a:srgbClr val="000000"/>
                </a:solidFill>
              </a:defRPr>
            </a:lvl4pPr>
            <a:lvl5pPr indent="-330200" lvl="4" marL="22860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i="0" sz="1600" u="none" cap="none" strike="noStrike">
                <a:solidFill>
                  <a:srgbClr val="000000"/>
                </a:solidFill>
              </a:defRPr>
            </a:lvl5pPr>
            <a:lvl6pPr indent="-3302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i="0" sz="1600" u="none" cap="none" strike="noStrike">
                <a:solidFill>
                  <a:srgbClr val="000000"/>
                </a:solidFill>
              </a:defRPr>
            </a:lvl6pPr>
            <a:lvl7pPr indent="-3302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i="0" sz="1600" u="none" cap="none" strike="noStrike">
                <a:solidFill>
                  <a:srgbClr val="000000"/>
                </a:solidFill>
              </a:defRPr>
            </a:lvl7pPr>
            <a:lvl8pPr indent="-3302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i="0" sz="1600" u="none" cap="none" strike="noStrike">
                <a:solidFill>
                  <a:srgbClr val="000000"/>
                </a:solidFill>
              </a:defRPr>
            </a:lvl8pPr>
            <a:lvl9pPr indent="-3302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600"/>
              <a:buChar char="■"/>
              <a:defRPr i="0" sz="1600" u="none" cap="none" strike="noStrike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440" name="Google Shape;440;p79"/>
          <p:cNvSpPr txBox="1"/>
          <p:nvPr>
            <p:ph idx="4" type="body"/>
          </p:nvPr>
        </p:nvSpPr>
        <p:spPr>
          <a:xfrm>
            <a:off x="6028197" y="1761025"/>
            <a:ext cx="2667900" cy="24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i="0" sz="1600" u="none" cap="none" strike="noStrike">
                <a:solidFill>
                  <a:srgbClr val="000000"/>
                </a:solidFill>
              </a:defRPr>
            </a:lvl1pPr>
            <a:lvl2pPr indent="-330200" lvl="1" marL="914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i="0" sz="1600" u="none" cap="none" strike="noStrike">
                <a:solidFill>
                  <a:srgbClr val="000000"/>
                </a:solidFill>
              </a:defRPr>
            </a:lvl2pPr>
            <a:lvl3pPr indent="-330200" lvl="2" marL="1371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i="0" sz="1600" u="none" cap="none" strike="noStrike">
                <a:solidFill>
                  <a:srgbClr val="000000"/>
                </a:solidFill>
              </a:defRPr>
            </a:lvl3pPr>
            <a:lvl4pPr indent="-330200" lvl="3" marL="1828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i="0" sz="1600" u="none" cap="none" strike="noStrike">
                <a:solidFill>
                  <a:srgbClr val="000000"/>
                </a:solidFill>
              </a:defRPr>
            </a:lvl4pPr>
            <a:lvl5pPr indent="-330200" lvl="4" marL="22860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i="0" sz="1600" u="none" cap="none" strike="noStrike">
                <a:solidFill>
                  <a:srgbClr val="000000"/>
                </a:solidFill>
              </a:defRPr>
            </a:lvl5pPr>
            <a:lvl6pPr indent="-3302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i="0" sz="1600" u="none" cap="none" strike="noStrike">
                <a:solidFill>
                  <a:srgbClr val="000000"/>
                </a:solidFill>
              </a:defRPr>
            </a:lvl6pPr>
            <a:lvl7pPr indent="-3302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i="0" sz="1600" u="none" cap="none" strike="noStrike">
                <a:solidFill>
                  <a:srgbClr val="000000"/>
                </a:solidFill>
              </a:defRPr>
            </a:lvl7pPr>
            <a:lvl8pPr indent="-3302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i="0" sz="1600" u="none" cap="none" strike="noStrike">
                <a:solidFill>
                  <a:srgbClr val="000000"/>
                </a:solidFill>
              </a:defRPr>
            </a:lvl8pPr>
            <a:lvl9pPr indent="-3302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600"/>
              <a:buChar char="■"/>
              <a:defRPr i="0" sz="1600" u="none" cap="none" strike="noStrike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441" name="Google Shape;441;p7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3 Title and text slide - 3 column - Gold">
  <p:cSld name="CUSTOM_23_1_1_1_1_1_1_2_1_1_1_1_1_1_3_1"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80"/>
          <p:cNvSpPr/>
          <p:nvPr/>
        </p:nvSpPr>
        <p:spPr>
          <a:xfrm>
            <a:off x="50" y="0"/>
            <a:ext cx="9144000" cy="1329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80"/>
          <p:cNvSpPr txBox="1"/>
          <p:nvPr>
            <p:ph type="title"/>
          </p:nvPr>
        </p:nvSpPr>
        <p:spPr>
          <a:xfrm>
            <a:off x="424925" y="315900"/>
            <a:ext cx="83730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5" name="Google Shape;445;p80"/>
          <p:cNvSpPr txBox="1"/>
          <p:nvPr>
            <p:ph idx="1" type="subTitle"/>
          </p:nvPr>
        </p:nvSpPr>
        <p:spPr>
          <a:xfrm>
            <a:off x="427950" y="756003"/>
            <a:ext cx="83730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  <a:highlight>
                  <a:schemeClr val="dk1"/>
                </a:highlight>
              </a:defRPr>
            </a:lvl1pPr>
            <a:lvl2pPr lvl="1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/>
        </p:txBody>
      </p:sp>
      <p:sp>
        <p:nvSpPr>
          <p:cNvPr id="446" name="Google Shape;446;p80"/>
          <p:cNvSpPr txBox="1"/>
          <p:nvPr>
            <p:ph idx="2" type="body"/>
          </p:nvPr>
        </p:nvSpPr>
        <p:spPr>
          <a:xfrm>
            <a:off x="423275" y="1761025"/>
            <a:ext cx="2667900" cy="24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i="0" sz="1600" u="none" cap="none" strike="noStrike">
                <a:solidFill>
                  <a:srgbClr val="000000"/>
                </a:solidFill>
              </a:defRPr>
            </a:lvl1pPr>
            <a:lvl2pPr indent="-330200" lvl="1" marL="914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i="0" sz="1600" u="none" cap="none" strike="noStrike">
                <a:solidFill>
                  <a:srgbClr val="000000"/>
                </a:solidFill>
              </a:defRPr>
            </a:lvl2pPr>
            <a:lvl3pPr indent="-330200" lvl="2" marL="1371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i="0" sz="1600" u="none" cap="none" strike="noStrike">
                <a:solidFill>
                  <a:srgbClr val="000000"/>
                </a:solidFill>
              </a:defRPr>
            </a:lvl3pPr>
            <a:lvl4pPr indent="-330200" lvl="3" marL="1828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i="0" sz="1600" u="none" cap="none" strike="noStrike">
                <a:solidFill>
                  <a:srgbClr val="000000"/>
                </a:solidFill>
              </a:defRPr>
            </a:lvl4pPr>
            <a:lvl5pPr indent="-330200" lvl="4" marL="22860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i="0" sz="1600" u="none" cap="none" strike="noStrike">
                <a:solidFill>
                  <a:srgbClr val="000000"/>
                </a:solidFill>
              </a:defRPr>
            </a:lvl5pPr>
            <a:lvl6pPr indent="-3302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i="0" sz="1600" u="none" cap="none" strike="noStrike">
                <a:solidFill>
                  <a:srgbClr val="000000"/>
                </a:solidFill>
              </a:defRPr>
            </a:lvl6pPr>
            <a:lvl7pPr indent="-3302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i="0" sz="1600" u="none" cap="none" strike="noStrike">
                <a:solidFill>
                  <a:srgbClr val="000000"/>
                </a:solidFill>
              </a:defRPr>
            </a:lvl7pPr>
            <a:lvl8pPr indent="-3302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i="0" sz="1600" u="none" cap="none" strike="noStrike">
                <a:solidFill>
                  <a:srgbClr val="000000"/>
                </a:solidFill>
              </a:defRPr>
            </a:lvl8pPr>
            <a:lvl9pPr indent="-3302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600"/>
              <a:buChar char="■"/>
              <a:defRPr i="0" sz="1600" u="none" cap="none" strike="noStrike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447" name="Google Shape;447;p80"/>
          <p:cNvSpPr txBox="1"/>
          <p:nvPr>
            <p:ph idx="3" type="body"/>
          </p:nvPr>
        </p:nvSpPr>
        <p:spPr>
          <a:xfrm>
            <a:off x="3225736" y="1761025"/>
            <a:ext cx="2667900" cy="24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i="0" sz="1600" u="none" cap="none" strike="noStrike">
                <a:solidFill>
                  <a:srgbClr val="000000"/>
                </a:solidFill>
              </a:defRPr>
            </a:lvl1pPr>
            <a:lvl2pPr indent="-330200" lvl="1" marL="914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i="0" sz="1600" u="none" cap="none" strike="noStrike">
                <a:solidFill>
                  <a:srgbClr val="000000"/>
                </a:solidFill>
              </a:defRPr>
            </a:lvl2pPr>
            <a:lvl3pPr indent="-330200" lvl="2" marL="1371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i="0" sz="1600" u="none" cap="none" strike="noStrike">
                <a:solidFill>
                  <a:srgbClr val="000000"/>
                </a:solidFill>
              </a:defRPr>
            </a:lvl3pPr>
            <a:lvl4pPr indent="-330200" lvl="3" marL="1828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i="0" sz="1600" u="none" cap="none" strike="noStrike">
                <a:solidFill>
                  <a:srgbClr val="000000"/>
                </a:solidFill>
              </a:defRPr>
            </a:lvl4pPr>
            <a:lvl5pPr indent="-330200" lvl="4" marL="22860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i="0" sz="1600" u="none" cap="none" strike="noStrike">
                <a:solidFill>
                  <a:srgbClr val="000000"/>
                </a:solidFill>
              </a:defRPr>
            </a:lvl5pPr>
            <a:lvl6pPr indent="-3302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i="0" sz="1600" u="none" cap="none" strike="noStrike">
                <a:solidFill>
                  <a:srgbClr val="000000"/>
                </a:solidFill>
              </a:defRPr>
            </a:lvl6pPr>
            <a:lvl7pPr indent="-3302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i="0" sz="1600" u="none" cap="none" strike="noStrike">
                <a:solidFill>
                  <a:srgbClr val="000000"/>
                </a:solidFill>
              </a:defRPr>
            </a:lvl7pPr>
            <a:lvl8pPr indent="-3302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i="0" sz="1600" u="none" cap="none" strike="noStrike">
                <a:solidFill>
                  <a:srgbClr val="000000"/>
                </a:solidFill>
              </a:defRPr>
            </a:lvl8pPr>
            <a:lvl9pPr indent="-3302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600"/>
              <a:buChar char="■"/>
              <a:defRPr i="0" sz="1600" u="none" cap="none" strike="noStrike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448" name="Google Shape;448;p80"/>
          <p:cNvSpPr txBox="1"/>
          <p:nvPr>
            <p:ph idx="4" type="body"/>
          </p:nvPr>
        </p:nvSpPr>
        <p:spPr>
          <a:xfrm>
            <a:off x="6028197" y="1761025"/>
            <a:ext cx="2667900" cy="24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i="0" sz="1600" u="none" cap="none" strike="noStrike">
                <a:solidFill>
                  <a:srgbClr val="000000"/>
                </a:solidFill>
              </a:defRPr>
            </a:lvl1pPr>
            <a:lvl2pPr indent="-330200" lvl="1" marL="914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i="0" sz="1600" u="none" cap="none" strike="noStrike">
                <a:solidFill>
                  <a:srgbClr val="000000"/>
                </a:solidFill>
              </a:defRPr>
            </a:lvl2pPr>
            <a:lvl3pPr indent="-330200" lvl="2" marL="1371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i="0" sz="1600" u="none" cap="none" strike="noStrike">
                <a:solidFill>
                  <a:srgbClr val="000000"/>
                </a:solidFill>
              </a:defRPr>
            </a:lvl3pPr>
            <a:lvl4pPr indent="-330200" lvl="3" marL="1828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i="0" sz="1600" u="none" cap="none" strike="noStrike">
                <a:solidFill>
                  <a:srgbClr val="000000"/>
                </a:solidFill>
              </a:defRPr>
            </a:lvl4pPr>
            <a:lvl5pPr indent="-330200" lvl="4" marL="22860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i="0" sz="1600" u="none" cap="none" strike="noStrike">
                <a:solidFill>
                  <a:srgbClr val="000000"/>
                </a:solidFill>
              </a:defRPr>
            </a:lvl5pPr>
            <a:lvl6pPr indent="-3302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i="0" sz="1600" u="none" cap="none" strike="noStrike">
                <a:solidFill>
                  <a:srgbClr val="000000"/>
                </a:solidFill>
              </a:defRPr>
            </a:lvl6pPr>
            <a:lvl7pPr indent="-3302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i="0" sz="1600" u="none" cap="none" strike="noStrike">
                <a:solidFill>
                  <a:srgbClr val="000000"/>
                </a:solidFill>
              </a:defRPr>
            </a:lvl7pPr>
            <a:lvl8pPr indent="-3302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i="0" sz="1600" u="none" cap="none" strike="noStrike">
                <a:solidFill>
                  <a:srgbClr val="000000"/>
                </a:solidFill>
              </a:defRPr>
            </a:lvl8pPr>
            <a:lvl9pPr indent="-3302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600"/>
              <a:buChar char="■"/>
              <a:defRPr i="0" sz="1600" u="none" cap="none" strike="noStrike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449" name="Google Shape;449;p8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3 Title and text slide - 3 column - Black">
  <p:cSld name="CUSTOM_23_1_1_1_1_1_1_2_1_1_1_1_1_1_2_2"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81"/>
          <p:cNvSpPr/>
          <p:nvPr/>
        </p:nvSpPr>
        <p:spPr>
          <a:xfrm>
            <a:off x="50" y="0"/>
            <a:ext cx="9144000" cy="1329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81"/>
          <p:cNvSpPr txBox="1"/>
          <p:nvPr>
            <p:ph type="title"/>
          </p:nvPr>
        </p:nvSpPr>
        <p:spPr>
          <a:xfrm>
            <a:off x="424925" y="315900"/>
            <a:ext cx="83730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53" name="Google Shape;453;p81"/>
          <p:cNvSpPr txBox="1"/>
          <p:nvPr>
            <p:ph idx="1" type="subTitle"/>
          </p:nvPr>
        </p:nvSpPr>
        <p:spPr>
          <a:xfrm>
            <a:off x="427950" y="756003"/>
            <a:ext cx="83730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>
                <a:highlight>
                  <a:schemeClr val="accent1"/>
                </a:highlight>
              </a:defRPr>
            </a:lvl1pPr>
            <a:lvl2pPr lvl="1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/>
        </p:txBody>
      </p:sp>
      <p:sp>
        <p:nvSpPr>
          <p:cNvPr id="454" name="Google Shape;454;p81"/>
          <p:cNvSpPr txBox="1"/>
          <p:nvPr>
            <p:ph idx="2" type="body"/>
          </p:nvPr>
        </p:nvSpPr>
        <p:spPr>
          <a:xfrm>
            <a:off x="423275" y="1761025"/>
            <a:ext cx="2667900" cy="24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i="0" sz="1600" u="none" cap="none" strike="noStrike">
                <a:solidFill>
                  <a:srgbClr val="000000"/>
                </a:solidFill>
              </a:defRPr>
            </a:lvl1pPr>
            <a:lvl2pPr indent="-330200" lvl="1" marL="914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i="0" sz="1600" u="none" cap="none" strike="noStrike">
                <a:solidFill>
                  <a:srgbClr val="000000"/>
                </a:solidFill>
              </a:defRPr>
            </a:lvl2pPr>
            <a:lvl3pPr indent="-330200" lvl="2" marL="1371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i="0" sz="1600" u="none" cap="none" strike="noStrike">
                <a:solidFill>
                  <a:srgbClr val="000000"/>
                </a:solidFill>
              </a:defRPr>
            </a:lvl3pPr>
            <a:lvl4pPr indent="-330200" lvl="3" marL="1828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i="0" sz="1600" u="none" cap="none" strike="noStrike">
                <a:solidFill>
                  <a:srgbClr val="000000"/>
                </a:solidFill>
              </a:defRPr>
            </a:lvl4pPr>
            <a:lvl5pPr indent="-330200" lvl="4" marL="22860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i="0" sz="1600" u="none" cap="none" strike="noStrike">
                <a:solidFill>
                  <a:srgbClr val="000000"/>
                </a:solidFill>
              </a:defRPr>
            </a:lvl5pPr>
            <a:lvl6pPr indent="-3302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i="0" sz="1600" u="none" cap="none" strike="noStrike">
                <a:solidFill>
                  <a:srgbClr val="000000"/>
                </a:solidFill>
              </a:defRPr>
            </a:lvl6pPr>
            <a:lvl7pPr indent="-3302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i="0" sz="1600" u="none" cap="none" strike="noStrike">
                <a:solidFill>
                  <a:srgbClr val="000000"/>
                </a:solidFill>
              </a:defRPr>
            </a:lvl7pPr>
            <a:lvl8pPr indent="-3302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i="0" sz="1600" u="none" cap="none" strike="noStrike">
                <a:solidFill>
                  <a:srgbClr val="000000"/>
                </a:solidFill>
              </a:defRPr>
            </a:lvl8pPr>
            <a:lvl9pPr indent="-3302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600"/>
              <a:buChar char="■"/>
              <a:defRPr i="0" sz="1600" u="none" cap="none" strike="noStrike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455" name="Google Shape;455;p81"/>
          <p:cNvSpPr txBox="1"/>
          <p:nvPr>
            <p:ph idx="3" type="body"/>
          </p:nvPr>
        </p:nvSpPr>
        <p:spPr>
          <a:xfrm>
            <a:off x="3225736" y="1761025"/>
            <a:ext cx="2667900" cy="24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i="0" sz="1600" u="none" cap="none" strike="noStrike">
                <a:solidFill>
                  <a:srgbClr val="000000"/>
                </a:solidFill>
              </a:defRPr>
            </a:lvl1pPr>
            <a:lvl2pPr indent="-330200" lvl="1" marL="914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i="0" sz="1600" u="none" cap="none" strike="noStrike">
                <a:solidFill>
                  <a:srgbClr val="000000"/>
                </a:solidFill>
              </a:defRPr>
            </a:lvl2pPr>
            <a:lvl3pPr indent="-330200" lvl="2" marL="1371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i="0" sz="1600" u="none" cap="none" strike="noStrike">
                <a:solidFill>
                  <a:srgbClr val="000000"/>
                </a:solidFill>
              </a:defRPr>
            </a:lvl3pPr>
            <a:lvl4pPr indent="-330200" lvl="3" marL="1828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i="0" sz="1600" u="none" cap="none" strike="noStrike">
                <a:solidFill>
                  <a:srgbClr val="000000"/>
                </a:solidFill>
              </a:defRPr>
            </a:lvl4pPr>
            <a:lvl5pPr indent="-330200" lvl="4" marL="22860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i="0" sz="1600" u="none" cap="none" strike="noStrike">
                <a:solidFill>
                  <a:srgbClr val="000000"/>
                </a:solidFill>
              </a:defRPr>
            </a:lvl5pPr>
            <a:lvl6pPr indent="-3302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i="0" sz="1600" u="none" cap="none" strike="noStrike">
                <a:solidFill>
                  <a:srgbClr val="000000"/>
                </a:solidFill>
              </a:defRPr>
            </a:lvl6pPr>
            <a:lvl7pPr indent="-3302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i="0" sz="1600" u="none" cap="none" strike="noStrike">
                <a:solidFill>
                  <a:srgbClr val="000000"/>
                </a:solidFill>
              </a:defRPr>
            </a:lvl7pPr>
            <a:lvl8pPr indent="-3302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i="0" sz="1600" u="none" cap="none" strike="noStrike">
                <a:solidFill>
                  <a:srgbClr val="000000"/>
                </a:solidFill>
              </a:defRPr>
            </a:lvl8pPr>
            <a:lvl9pPr indent="-3302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600"/>
              <a:buChar char="■"/>
              <a:defRPr i="0" sz="1600" u="none" cap="none" strike="noStrike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456" name="Google Shape;456;p81"/>
          <p:cNvSpPr txBox="1"/>
          <p:nvPr>
            <p:ph idx="4" type="body"/>
          </p:nvPr>
        </p:nvSpPr>
        <p:spPr>
          <a:xfrm>
            <a:off x="6028197" y="1761025"/>
            <a:ext cx="2667900" cy="24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i="0" sz="1600" u="none" cap="none" strike="noStrike">
                <a:solidFill>
                  <a:srgbClr val="000000"/>
                </a:solidFill>
              </a:defRPr>
            </a:lvl1pPr>
            <a:lvl2pPr indent="-330200" lvl="1" marL="914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i="0" sz="1600" u="none" cap="none" strike="noStrike">
                <a:solidFill>
                  <a:srgbClr val="000000"/>
                </a:solidFill>
              </a:defRPr>
            </a:lvl2pPr>
            <a:lvl3pPr indent="-330200" lvl="2" marL="1371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i="0" sz="1600" u="none" cap="none" strike="noStrike">
                <a:solidFill>
                  <a:srgbClr val="000000"/>
                </a:solidFill>
              </a:defRPr>
            </a:lvl3pPr>
            <a:lvl4pPr indent="-330200" lvl="3" marL="1828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i="0" sz="1600" u="none" cap="none" strike="noStrike">
                <a:solidFill>
                  <a:srgbClr val="000000"/>
                </a:solidFill>
              </a:defRPr>
            </a:lvl4pPr>
            <a:lvl5pPr indent="-330200" lvl="4" marL="22860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i="0" sz="1600" u="none" cap="none" strike="noStrike">
                <a:solidFill>
                  <a:srgbClr val="000000"/>
                </a:solidFill>
              </a:defRPr>
            </a:lvl5pPr>
            <a:lvl6pPr indent="-3302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i="0" sz="1600" u="none" cap="none" strike="noStrike">
                <a:solidFill>
                  <a:srgbClr val="000000"/>
                </a:solidFill>
              </a:defRPr>
            </a:lvl6pPr>
            <a:lvl7pPr indent="-3302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i="0" sz="1600" u="none" cap="none" strike="noStrike">
                <a:solidFill>
                  <a:srgbClr val="000000"/>
                </a:solidFill>
              </a:defRPr>
            </a:lvl7pPr>
            <a:lvl8pPr indent="-3302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i="0" sz="1600" u="none" cap="none" strike="noStrike">
                <a:solidFill>
                  <a:srgbClr val="000000"/>
                </a:solidFill>
              </a:defRPr>
            </a:lvl8pPr>
            <a:lvl9pPr indent="-3302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600"/>
              <a:buChar char="■"/>
              <a:defRPr i="0" sz="1600" u="none" cap="none" strike="noStrike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457" name="Google Shape;457;p8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3 Title and text slide - 3 column - Maroon">
  <p:cSld name="CUSTOM_23_1_1_1_1_1_1_2_1_1_1_1_1_1_2_1_1"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82"/>
          <p:cNvSpPr/>
          <p:nvPr/>
        </p:nvSpPr>
        <p:spPr>
          <a:xfrm>
            <a:off x="50" y="0"/>
            <a:ext cx="9144000" cy="1329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82"/>
          <p:cNvSpPr txBox="1"/>
          <p:nvPr>
            <p:ph type="title"/>
          </p:nvPr>
        </p:nvSpPr>
        <p:spPr>
          <a:xfrm>
            <a:off x="424925" y="315900"/>
            <a:ext cx="83730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61" name="Google Shape;461;p82"/>
          <p:cNvSpPr txBox="1"/>
          <p:nvPr>
            <p:ph idx="1" type="subTitle"/>
          </p:nvPr>
        </p:nvSpPr>
        <p:spPr>
          <a:xfrm>
            <a:off x="427950" y="756003"/>
            <a:ext cx="83730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>
                <a:highlight>
                  <a:schemeClr val="accent1"/>
                </a:highlight>
              </a:defRPr>
            </a:lvl1pPr>
            <a:lvl2pPr lvl="1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/>
        </p:txBody>
      </p:sp>
      <p:sp>
        <p:nvSpPr>
          <p:cNvPr id="462" name="Google Shape;462;p82"/>
          <p:cNvSpPr txBox="1"/>
          <p:nvPr>
            <p:ph idx="2" type="body"/>
          </p:nvPr>
        </p:nvSpPr>
        <p:spPr>
          <a:xfrm>
            <a:off x="423275" y="1761025"/>
            <a:ext cx="2667900" cy="24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i="0" sz="1600" u="none" cap="none" strike="noStrike">
                <a:solidFill>
                  <a:srgbClr val="000000"/>
                </a:solidFill>
              </a:defRPr>
            </a:lvl1pPr>
            <a:lvl2pPr indent="-330200" lvl="1" marL="914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i="0" sz="1600" u="none" cap="none" strike="noStrike">
                <a:solidFill>
                  <a:srgbClr val="000000"/>
                </a:solidFill>
              </a:defRPr>
            </a:lvl2pPr>
            <a:lvl3pPr indent="-330200" lvl="2" marL="1371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i="0" sz="1600" u="none" cap="none" strike="noStrike">
                <a:solidFill>
                  <a:srgbClr val="000000"/>
                </a:solidFill>
              </a:defRPr>
            </a:lvl3pPr>
            <a:lvl4pPr indent="-330200" lvl="3" marL="1828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i="0" sz="1600" u="none" cap="none" strike="noStrike">
                <a:solidFill>
                  <a:srgbClr val="000000"/>
                </a:solidFill>
              </a:defRPr>
            </a:lvl4pPr>
            <a:lvl5pPr indent="-330200" lvl="4" marL="22860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i="0" sz="1600" u="none" cap="none" strike="noStrike">
                <a:solidFill>
                  <a:srgbClr val="000000"/>
                </a:solidFill>
              </a:defRPr>
            </a:lvl5pPr>
            <a:lvl6pPr indent="-3302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i="0" sz="1600" u="none" cap="none" strike="noStrike">
                <a:solidFill>
                  <a:srgbClr val="000000"/>
                </a:solidFill>
              </a:defRPr>
            </a:lvl6pPr>
            <a:lvl7pPr indent="-3302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i="0" sz="1600" u="none" cap="none" strike="noStrike">
                <a:solidFill>
                  <a:srgbClr val="000000"/>
                </a:solidFill>
              </a:defRPr>
            </a:lvl7pPr>
            <a:lvl8pPr indent="-3302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i="0" sz="1600" u="none" cap="none" strike="noStrike">
                <a:solidFill>
                  <a:srgbClr val="000000"/>
                </a:solidFill>
              </a:defRPr>
            </a:lvl8pPr>
            <a:lvl9pPr indent="-3302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600"/>
              <a:buChar char="■"/>
              <a:defRPr i="0" sz="1600" u="none" cap="none" strike="noStrike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463" name="Google Shape;463;p82"/>
          <p:cNvSpPr txBox="1"/>
          <p:nvPr>
            <p:ph idx="3" type="body"/>
          </p:nvPr>
        </p:nvSpPr>
        <p:spPr>
          <a:xfrm>
            <a:off x="3225736" y="1761025"/>
            <a:ext cx="2667900" cy="24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i="0" sz="1600" u="none" cap="none" strike="noStrike">
                <a:solidFill>
                  <a:srgbClr val="000000"/>
                </a:solidFill>
              </a:defRPr>
            </a:lvl1pPr>
            <a:lvl2pPr indent="-330200" lvl="1" marL="914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i="0" sz="1600" u="none" cap="none" strike="noStrike">
                <a:solidFill>
                  <a:srgbClr val="000000"/>
                </a:solidFill>
              </a:defRPr>
            </a:lvl2pPr>
            <a:lvl3pPr indent="-330200" lvl="2" marL="1371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i="0" sz="1600" u="none" cap="none" strike="noStrike">
                <a:solidFill>
                  <a:srgbClr val="000000"/>
                </a:solidFill>
              </a:defRPr>
            </a:lvl3pPr>
            <a:lvl4pPr indent="-330200" lvl="3" marL="1828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i="0" sz="1600" u="none" cap="none" strike="noStrike">
                <a:solidFill>
                  <a:srgbClr val="000000"/>
                </a:solidFill>
              </a:defRPr>
            </a:lvl4pPr>
            <a:lvl5pPr indent="-330200" lvl="4" marL="22860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i="0" sz="1600" u="none" cap="none" strike="noStrike">
                <a:solidFill>
                  <a:srgbClr val="000000"/>
                </a:solidFill>
              </a:defRPr>
            </a:lvl5pPr>
            <a:lvl6pPr indent="-3302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i="0" sz="1600" u="none" cap="none" strike="noStrike">
                <a:solidFill>
                  <a:srgbClr val="000000"/>
                </a:solidFill>
              </a:defRPr>
            </a:lvl6pPr>
            <a:lvl7pPr indent="-3302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i="0" sz="1600" u="none" cap="none" strike="noStrike">
                <a:solidFill>
                  <a:srgbClr val="000000"/>
                </a:solidFill>
              </a:defRPr>
            </a:lvl7pPr>
            <a:lvl8pPr indent="-3302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i="0" sz="1600" u="none" cap="none" strike="noStrike">
                <a:solidFill>
                  <a:srgbClr val="000000"/>
                </a:solidFill>
              </a:defRPr>
            </a:lvl8pPr>
            <a:lvl9pPr indent="-3302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600"/>
              <a:buChar char="■"/>
              <a:defRPr i="0" sz="1600" u="none" cap="none" strike="noStrike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464" name="Google Shape;464;p82"/>
          <p:cNvSpPr txBox="1"/>
          <p:nvPr>
            <p:ph idx="4" type="body"/>
          </p:nvPr>
        </p:nvSpPr>
        <p:spPr>
          <a:xfrm>
            <a:off x="6028197" y="1761025"/>
            <a:ext cx="2667900" cy="24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i="0" sz="1600" u="none" cap="none" strike="noStrike">
                <a:solidFill>
                  <a:srgbClr val="000000"/>
                </a:solidFill>
              </a:defRPr>
            </a:lvl1pPr>
            <a:lvl2pPr indent="-330200" lvl="1" marL="914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i="0" sz="1600" u="none" cap="none" strike="noStrike">
                <a:solidFill>
                  <a:srgbClr val="000000"/>
                </a:solidFill>
              </a:defRPr>
            </a:lvl2pPr>
            <a:lvl3pPr indent="-330200" lvl="2" marL="1371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i="0" sz="1600" u="none" cap="none" strike="noStrike">
                <a:solidFill>
                  <a:srgbClr val="000000"/>
                </a:solidFill>
              </a:defRPr>
            </a:lvl3pPr>
            <a:lvl4pPr indent="-330200" lvl="3" marL="1828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i="0" sz="1600" u="none" cap="none" strike="noStrike">
                <a:solidFill>
                  <a:srgbClr val="000000"/>
                </a:solidFill>
              </a:defRPr>
            </a:lvl4pPr>
            <a:lvl5pPr indent="-330200" lvl="4" marL="22860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i="0" sz="1600" u="none" cap="none" strike="noStrike">
                <a:solidFill>
                  <a:srgbClr val="000000"/>
                </a:solidFill>
              </a:defRPr>
            </a:lvl5pPr>
            <a:lvl6pPr indent="-3302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i="0" sz="1600" u="none" cap="none" strike="noStrike">
                <a:solidFill>
                  <a:srgbClr val="000000"/>
                </a:solidFill>
              </a:defRPr>
            </a:lvl6pPr>
            <a:lvl7pPr indent="-3302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i="0" sz="1600" u="none" cap="none" strike="noStrike">
                <a:solidFill>
                  <a:srgbClr val="000000"/>
                </a:solidFill>
              </a:defRPr>
            </a:lvl7pPr>
            <a:lvl8pPr indent="-3302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i="0" sz="1600" u="none" cap="none" strike="noStrike">
                <a:solidFill>
                  <a:srgbClr val="000000"/>
                </a:solidFill>
              </a:defRPr>
            </a:lvl8pPr>
            <a:lvl9pPr indent="-3302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600"/>
              <a:buChar char="■"/>
              <a:defRPr i="0" sz="1600" u="none" cap="none" strike="noStrike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465" name="Google Shape;465;p8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3 Title and text slide - 4 column - Gray">
  <p:cSld name="CUSTOM_23_1_1_1_1_1_1_2_1_1_1_1_1_1_2_3"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83"/>
          <p:cNvSpPr/>
          <p:nvPr/>
        </p:nvSpPr>
        <p:spPr>
          <a:xfrm>
            <a:off x="50" y="0"/>
            <a:ext cx="9144000" cy="1329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83"/>
          <p:cNvSpPr txBox="1"/>
          <p:nvPr>
            <p:ph type="title"/>
          </p:nvPr>
        </p:nvSpPr>
        <p:spPr>
          <a:xfrm>
            <a:off x="424925" y="315900"/>
            <a:ext cx="83730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Arial"/>
              <a:buNone/>
              <a:defRPr b="1" i="0" sz="3200" u="none" cap="none" strike="noStrike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69" name="Google Shape;469;p83"/>
          <p:cNvSpPr txBox="1"/>
          <p:nvPr>
            <p:ph idx="1" type="subTitle"/>
          </p:nvPr>
        </p:nvSpPr>
        <p:spPr>
          <a:xfrm>
            <a:off x="427950" y="756003"/>
            <a:ext cx="83730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>
                <a:highlight>
                  <a:schemeClr val="accent1"/>
                </a:highlight>
              </a:defRPr>
            </a:lvl1pPr>
            <a:lvl2pPr lvl="1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/>
        </p:txBody>
      </p:sp>
      <p:sp>
        <p:nvSpPr>
          <p:cNvPr id="470" name="Google Shape;470;p83"/>
          <p:cNvSpPr txBox="1"/>
          <p:nvPr>
            <p:ph idx="2" type="body"/>
          </p:nvPr>
        </p:nvSpPr>
        <p:spPr>
          <a:xfrm>
            <a:off x="423275" y="1761025"/>
            <a:ext cx="1990800" cy="24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i="0" sz="1600" u="none" cap="none" strike="noStrike">
                <a:solidFill>
                  <a:srgbClr val="000000"/>
                </a:solidFill>
              </a:defRPr>
            </a:lvl1pPr>
            <a:lvl2pPr indent="-330200" lvl="1" marL="914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i="0" sz="1600" u="none" cap="none" strike="noStrike">
                <a:solidFill>
                  <a:srgbClr val="000000"/>
                </a:solidFill>
              </a:defRPr>
            </a:lvl2pPr>
            <a:lvl3pPr indent="-330200" lvl="2" marL="1371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i="0" sz="1600" u="none" cap="none" strike="noStrike">
                <a:solidFill>
                  <a:srgbClr val="000000"/>
                </a:solidFill>
              </a:defRPr>
            </a:lvl3pPr>
            <a:lvl4pPr indent="-330200" lvl="3" marL="1828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i="0" sz="1600" u="none" cap="none" strike="noStrike">
                <a:solidFill>
                  <a:srgbClr val="000000"/>
                </a:solidFill>
              </a:defRPr>
            </a:lvl4pPr>
            <a:lvl5pPr indent="-330200" lvl="4" marL="22860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i="0" sz="1600" u="none" cap="none" strike="noStrike">
                <a:solidFill>
                  <a:srgbClr val="000000"/>
                </a:solidFill>
              </a:defRPr>
            </a:lvl5pPr>
            <a:lvl6pPr indent="-3302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i="0" sz="1600" u="none" cap="none" strike="noStrike">
                <a:solidFill>
                  <a:srgbClr val="000000"/>
                </a:solidFill>
              </a:defRPr>
            </a:lvl6pPr>
            <a:lvl7pPr indent="-3302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i="0" sz="1600" u="none" cap="none" strike="noStrike">
                <a:solidFill>
                  <a:srgbClr val="000000"/>
                </a:solidFill>
              </a:defRPr>
            </a:lvl7pPr>
            <a:lvl8pPr indent="-3302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i="0" sz="1600" u="none" cap="none" strike="noStrike">
                <a:solidFill>
                  <a:srgbClr val="000000"/>
                </a:solidFill>
              </a:defRPr>
            </a:lvl8pPr>
            <a:lvl9pPr indent="-3302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600"/>
              <a:buChar char="■"/>
              <a:defRPr i="0" sz="1600" u="none" cap="none" strike="noStrike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471" name="Google Shape;471;p83"/>
          <p:cNvSpPr txBox="1"/>
          <p:nvPr>
            <p:ph idx="3" type="body"/>
          </p:nvPr>
        </p:nvSpPr>
        <p:spPr>
          <a:xfrm>
            <a:off x="2514600" y="1761025"/>
            <a:ext cx="1990800" cy="24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i="0" sz="1600" u="none" cap="none" strike="noStrike">
                <a:solidFill>
                  <a:srgbClr val="000000"/>
                </a:solidFill>
              </a:defRPr>
            </a:lvl1pPr>
            <a:lvl2pPr indent="-330200" lvl="1" marL="914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i="0" sz="1600" u="none" cap="none" strike="noStrike">
                <a:solidFill>
                  <a:srgbClr val="000000"/>
                </a:solidFill>
              </a:defRPr>
            </a:lvl2pPr>
            <a:lvl3pPr indent="-330200" lvl="2" marL="1371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i="0" sz="1600" u="none" cap="none" strike="noStrike">
                <a:solidFill>
                  <a:srgbClr val="000000"/>
                </a:solidFill>
              </a:defRPr>
            </a:lvl3pPr>
            <a:lvl4pPr indent="-330200" lvl="3" marL="1828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i="0" sz="1600" u="none" cap="none" strike="noStrike">
                <a:solidFill>
                  <a:srgbClr val="000000"/>
                </a:solidFill>
              </a:defRPr>
            </a:lvl4pPr>
            <a:lvl5pPr indent="-330200" lvl="4" marL="22860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i="0" sz="1600" u="none" cap="none" strike="noStrike">
                <a:solidFill>
                  <a:srgbClr val="000000"/>
                </a:solidFill>
              </a:defRPr>
            </a:lvl5pPr>
            <a:lvl6pPr indent="-3302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i="0" sz="1600" u="none" cap="none" strike="noStrike">
                <a:solidFill>
                  <a:srgbClr val="000000"/>
                </a:solidFill>
              </a:defRPr>
            </a:lvl6pPr>
            <a:lvl7pPr indent="-3302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i="0" sz="1600" u="none" cap="none" strike="noStrike">
                <a:solidFill>
                  <a:srgbClr val="000000"/>
                </a:solidFill>
              </a:defRPr>
            </a:lvl7pPr>
            <a:lvl8pPr indent="-3302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i="0" sz="1600" u="none" cap="none" strike="noStrike">
                <a:solidFill>
                  <a:srgbClr val="000000"/>
                </a:solidFill>
              </a:defRPr>
            </a:lvl8pPr>
            <a:lvl9pPr indent="-3302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600"/>
              <a:buChar char="■"/>
              <a:defRPr i="0" sz="1600" u="none" cap="none" strike="noStrike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472" name="Google Shape;472;p83"/>
          <p:cNvSpPr txBox="1"/>
          <p:nvPr>
            <p:ph idx="4" type="body"/>
          </p:nvPr>
        </p:nvSpPr>
        <p:spPr>
          <a:xfrm>
            <a:off x="4605925" y="1761025"/>
            <a:ext cx="1990800" cy="24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i="0" sz="1600" u="none" cap="none" strike="noStrike">
                <a:solidFill>
                  <a:srgbClr val="000000"/>
                </a:solidFill>
              </a:defRPr>
            </a:lvl1pPr>
            <a:lvl2pPr indent="-330200" lvl="1" marL="914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i="0" sz="1600" u="none" cap="none" strike="noStrike">
                <a:solidFill>
                  <a:srgbClr val="000000"/>
                </a:solidFill>
              </a:defRPr>
            </a:lvl2pPr>
            <a:lvl3pPr indent="-330200" lvl="2" marL="1371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i="0" sz="1600" u="none" cap="none" strike="noStrike">
                <a:solidFill>
                  <a:srgbClr val="000000"/>
                </a:solidFill>
              </a:defRPr>
            </a:lvl3pPr>
            <a:lvl4pPr indent="-330200" lvl="3" marL="1828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i="0" sz="1600" u="none" cap="none" strike="noStrike">
                <a:solidFill>
                  <a:srgbClr val="000000"/>
                </a:solidFill>
              </a:defRPr>
            </a:lvl4pPr>
            <a:lvl5pPr indent="-330200" lvl="4" marL="22860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i="0" sz="1600" u="none" cap="none" strike="noStrike">
                <a:solidFill>
                  <a:srgbClr val="000000"/>
                </a:solidFill>
              </a:defRPr>
            </a:lvl5pPr>
            <a:lvl6pPr indent="-3302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i="0" sz="1600" u="none" cap="none" strike="noStrike">
                <a:solidFill>
                  <a:srgbClr val="000000"/>
                </a:solidFill>
              </a:defRPr>
            </a:lvl6pPr>
            <a:lvl7pPr indent="-3302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i="0" sz="1600" u="none" cap="none" strike="noStrike">
                <a:solidFill>
                  <a:srgbClr val="000000"/>
                </a:solidFill>
              </a:defRPr>
            </a:lvl7pPr>
            <a:lvl8pPr indent="-3302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i="0" sz="1600" u="none" cap="none" strike="noStrike">
                <a:solidFill>
                  <a:srgbClr val="000000"/>
                </a:solidFill>
              </a:defRPr>
            </a:lvl8pPr>
            <a:lvl9pPr indent="-3302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600"/>
              <a:buChar char="■"/>
              <a:defRPr i="0" sz="1600" u="none" cap="none" strike="noStrike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473" name="Google Shape;473;p83"/>
          <p:cNvSpPr txBox="1"/>
          <p:nvPr>
            <p:ph idx="5" type="body"/>
          </p:nvPr>
        </p:nvSpPr>
        <p:spPr>
          <a:xfrm>
            <a:off x="6697250" y="1761025"/>
            <a:ext cx="1990800" cy="24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i="0" sz="1600" u="none" cap="none" strike="noStrike">
                <a:solidFill>
                  <a:srgbClr val="000000"/>
                </a:solidFill>
              </a:defRPr>
            </a:lvl1pPr>
            <a:lvl2pPr indent="-330200" lvl="1" marL="914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i="0" sz="1600" u="none" cap="none" strike="noStrike">
                <a:solidFill>
                  <a:srgbClr val="000000"/>
                </a:solidFill>
              </a:defRPr>
            </a:lvl2pPr>
            <a:lvl3pPr indent="-330200" lvl="2" marL="1371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i="0" sz="1600" u="none" cap="none" strike="noStrike">
                <a:solidFill>
                  <a:srgbClr val="000000"/>
                </a:solidFill>
              </a:defRPr>
            </a:lvl3pPr>
            <a:lvl4pPr indent="-330200" lvl="3" marL="1828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i="0" sz="1600" u="none" cap="none" strike="noStrike">
                <a:solidFill>
                  <a:srgbClr val="000000"/>
                </a:solidFill>
              </a:defRPr>
            </a:lvl4pPr>
            <a:lvl5pPr indent="-330200" lvl="4" marL="22860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i="0" sz="1600" u="none" cap="none" strike="noStrike">
                <a:solidFill>
                  <a:srgbClr val="000000"/>
                </a:solidFill>
              </a:defRPr>
            </a:lvl5pPr>
            <a:lvl6pPr indent="-3302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i="0" sz="1600" u="none" cap="none" strike="noStrike">
                <a:solidFill>
                  <a:srgbClr val="000000"/>
                </a:solidFill>
              </a:defRPr>
            </a:lvl6pPr>
            <a:lvl7pPr indent="-3302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i="0" sz="1600" u="none" cap="none" strike="noStrike">
                <a:solidFill>
                  <a:srgbClr val="000000"/>
                </a:solidFill>
              </a:defRPr>
            </a:lvl7pPr>
            <a:lvl8pPr indent="-3302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i="0" sz="1600" u="none" cap="none" strike="noStrike">
                <a:solidFill>
                  <a:srgbClr val="000000"/>
                </a:solidFill>
              </a:defRPr>
            </a:lvl8pPr>
            <a:lvl9pPr indent="-3302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600"/>
              <a:buChar char="■"/>
              <a:defRPr i="0" sz="1600" u="none" cap="none" strike="noStrike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474" name="Google Shape;474;p8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3 Title and text slide - 4 column - Gold">
  <p:cSld name="CUSTOM_23_1_1_1_1_1_1_2_1_1_1_1_1_1_2_3_2"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84"/>
          <p:cNvSpPr/>
          <p:nvPr/>
        </p:nvSpPr>
        <p:spPr>
          <a:xfrm>
            <a:off x="50" y="0"/>
            <a:ext cx="9144000" cy="1329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84"/>
          <p:cNvSpPr txBox="1"/>
          <p:nvPr>
            <p:ph type="title"/>
          </p:nvPr>
        </p:nvSpPr>
        <p:spPr>
          <a:xfrm>
            <a:off x="424925" y="315900"/>
            <a:ext cx="83730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Arial"/>
              <a:buNone/>
              <a:defRPr b="1" i="0" sz="3200" u="none" cap="none" strike="noStrike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78" name="Google Shape;478;p84"/>
          <p:cNvSpPr txBox="1"/>
          <p:nvPr>
            <p:ph idx="1" type="subTitle"/>
          </p:nvPr>
        </p:nvSpPr>
        <p:spPr>
          <a:xfrm>
            <a:off x="427950" y="756003"/>
            <a:ext cx="83730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  <a:highlight>
                  <a:schemeClr val="dk1"/>
                </a:highlight>
              </a:defRPr>
            </a:lvl1pPr>
            <a:lvl2pPr lvl="1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/>
        </p:txBody>
      </p:sp>
      <p:sp>
        <p:nvSpPr>
          <p:cNvPr id="479" name="Google Shape;479;p84"/>
          <p:cNvSpPr txBox="1"/>
          <p:nvPr>
            <p:ph idx="2" type="body"/>
          </p:nvPr>
        </p:nvSpPr>
        <p:spPr>
          <a:xfrm>
            <a:off x="423275" y="1761025"/>
            <a:ext cx="1990800" cy="24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i="0" sz="1600" u="none" cap="none" strike="noStrike">
                <a:solidFill>
                  <a:srgbClr val="000000"/>
                </a:solidFill>
              </a:defRPr>
            </a:lvl1pPr>
            <a:lvl2pPr indent="-330200" lvl="1" marL="914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i="0" sz="1600" u="none" cap="none" strike="noStrike">
                <a:solidFill>
                  <a:srgbClr val="000000"/>
                </a:solidFill>
              </a:defRPr>
            </a:lvl2pPr>
            <a:lvl3pPr indent="-330200" lvl="2" marL="1371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i="0" sz="1600" u="none" cap="none" strike="noStrike">
                <a:solidFill>
                  <a:srgbClr val="000000"/>
                </a:solidFill>
              </a:defRPr>
            </a:lvl3pPr>
            <a:lvl4pPr indent="-330200" lvl="3" marL="1828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i="0" sz="1600" u="none" cap="none" strike="noStrike">
                <a:solidFill>
                  <a:srgbClr val="000000"/>
                </a:solidFill>
              </a:defRPr>
            </a:lvl4pPr>
            <a:lvl5pPr indent="-330200" lvl="4" marL="22860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i="0" sz="1600" u="none" cap="none" strike="noStrike">
                <a:solidFill>
                  <a:srgbClr val="000000"/>
                </a:solidFill>
              </a:defRPr>
            </a:lvl5pPr>
            <a:lvl6pPr indent="-3302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i="0" sz="1600" u="none" cap="none" strike="noStrike">
                <a:solidFill>
                  <a:srgbClr val="000000"/>
                </a:solidFill>
              </a:defRPr>
            </a:lvl6pPr>
            <a:lvl7pPr indent="-3302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i="0" sz="1600" u="none" cap="none" strike="noStrike">
                <a:solidFill>
                  <a:srgbClr val="000000"/>
                </a:solidFill>
              </a:defRPr>
            </a:lvl7pPr>
            <a:lvl8pPr indent="-3302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i="0" sz="1600" u="none" cap="none" strike="noStrike">
                <a:solidFill>
                  <a:srgbClr val="000000"/>
                </a:solidFill>
              </a:defRPr>
            </a:lvl8pPr>
            <a:lvl9pPr indent="-3302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600"/>
              <a:buChar char="■"/>
              <a:defRPr i="0" sz="1600" u="none" cap="none" strike="noStrike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480" name="Google Shape;480;p84"/>
          <p:cNvSpPr txBox="1"/>
          <p:nvPr>
            <p:ph idx="3" type="body"/>
          </p:nvPr>
        </p:nvSpPr>
        <p:spPr>
          <a:xfrm>
            <a:off x="2514600" y="1761025"/>
            <a:ext cx="1990800" cy="24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i="0" sz="1600" u="none" cap="none" strike="noStrike">
                <a:solidFill>
                  <a:srgbClr val="000000"/>
                </a:solidFill>
              </a:defRPr>
            </a:lvl1pPr>
            <a:lvl2pPr indent="-330200" lvl="1" marL="914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i="0" sz="1600" u="none" cap="none" strike="noStrike">
                <a:solidFill>
                  <a:srgbClr val="000000"/>
                </a:solidFill>
              </a:defRPr>
            </a:lvl2pPr>
            <a:lvl3pPr indent="-330200" lvl="2" marL="1371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i="0" sz="1600" u="none" cap="none" strike="noStrike">
                <a:solidFill>
                  <a:srgbClr val="000000"/>
                </a:solidFill>
              </a:defRPr>
            </a:lvl3pPr>
            <a:lvl4pPr indent="-330200" lvl="3" marL="1828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i="0" sz="1600" u="none" cap="none" strike="noStrike">
                <a:solidFill>
                  <a:srgbClr val="000000"/>
                </a:solidFill>
              </a:defRPr>
            </a:lvl4pPr>
            <a:lvl5pPr indent="-330200" lvl="4" marL="22860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i="0" sz="1600" u="none" cap="none" strike="noStrike">
                <a:solidFill>
                  <a:srgbClr val="000000"/>
                </a:solidFill>
              </a:defRPr>
            </a:lvl5pPr>
            <a:lvl6pPr indent="-3302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i="0" sz="1600" u="none" cap="none" strike="noStrike">
                <a:solidFill>
                  <a:srgbClr val="000000"/>
                </a:solidFill>
              </a:defRPr>
            </a:lvl6pPr>
            <a:lvl7pPr indent="-3302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i="0" sz="1600" u="none" cap="none" strike="noStrike">
                <a:solidFill>
                  <a:srgbClr val="000000"/>
                </a:solidFill>
              </a:defRPr>
            </a:lvl7pPr>
            <a:lvl8pPr indent="-3302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i="0" sz="1600" u="none" cap="none" strike="noStrike">
                <a:solidFill>
                  <a:srgbClr val="000000"/>
                </a:solidFill>
              </a:defRPr>
            </a:lvl8pPr>
            <a:lvl9pPr indent="-3302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600"/>
              <a:buChar char="■"/>
              <a:defRPr i="0" sz="1600" u="none" cap="none" strike="noStrike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481" name="Google Shape;481;p84"/>
          <p:cNvSpPr txBox="1"/>
          <p:nvPr>
            <p:ph idx="4" type="body"/>
          </p:nvPr>
        </p:nvSpPr>
        <p:spPr>
          <a:xfrm>
            <a:off x="4605925" y="1761025"/>
            <a:ext cx="1990800" cy="24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i="0" sz="1600" u="none" cap="none" strike="noStrike">
                <a:solidFill>
                  <a:srgbClr val="000000"/>
                </a:solidFill>
              </a:defRPr>
            </a:lvl1pPr>
            <a:lvl2pPr indent="-330200" lvl="1" marL="914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i="0" sz="1600" u="none" cap="none" strike="noStrike">
                <a:solidFill>
                  <a:srgbClr val="000000"/>
                </a:solidFill>
              </a:defRPr>
            </a:lvl2pPr>
            <a:lvl3pPr indent="-330200" lvl="2" marL="1371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i="0" sz="1600" u="none" cap="none" strike="noStrike">
                <a:solidFill>
                  <a:srgbClr val="000000"/>
                </a:solidFill>
              </a:defRPr>
            </a:lvl3pPr>
            <a:lvl4pPr indent="-330200" lvl="3" marL="1828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i="0" sz="1600" u="none" cap="none" strike="noStrike">
                <a:solidFill>
                  <a:srgbClr val="000000"/>
                </a:solidFill>
              </a:defRPr>
            </a:lvl4pPr>
            <a:lvl5pPr indent="-330200" lvl="4" marL="22860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i="0" sz="1600" u="none" cap="none" strike="noStrike">
                <a:solidFill>
                  <a:srgbClr val="000000"/>
                </a:solidFill>
              </a:defRPr>
            </a:lvl5pPr>
            <a:lvl6pPr indent="-3302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i="0" sz="1600" u="none" cap="none" strike="noStrike">
                <a:solidFill>
                  <a:srgbClr val="000000"/>
                </a:solidFill>
              </a:defRPr>
            </a:lvl6pPr>
            <a:lvl7pPr indent="-3302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i="0" sz="1600" u="none" cap="none" strike="noStrike">
                <a:solidFill>
                  <a:srgbClr val="000000"/>
                </a:solidFill>
              </a:defRPr>
            </a:lvl7pPr>
            <a:lvl8pPr indent="-3302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i="0" sz="1600" u="none" cap="none" strike="noStrike">
                <a:solidFill>
                  <a:srgbClr val="000000"/>
                </a:solidFill>
              </a:defRPr>
            </a:lvl8pPr>
            <a:lvl9pPr indent="-3302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600"/>
              <a:buChar char="■"/>
              <a:defRPr i="0" sz="1600" u="none" cap="none" strike="noStrike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482" name="Google Shape;482;p84"/>
          <p:cNvSpPr txBox="1"/>
          <p:nvPr>
            <p:ph idx="5" type="body"/>
          </p:nvPr>
        </p:nvSpPr>
        <p:spPr>
          <a:xfrm>
            <a:off x="6697250" y="1761025"/>
            <a:ext cx="1990800" cy="24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i="0" sz="1600" u="none" cap="none" strike="noStrike">
                <a:solidFill>
                  <a:srgbClr val="000000"/>
                </a:solidFill>
              </a:defRPr>
            </a:lvl1pPr>
            <a:lvl2pPr indent="-330200" lvl="1" marL="914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i="0" sz="1600" u="none" cap="none" strike="noStrike">
                <a:solidFill>
                  <a:srgbClr val="000000"/>
                </a:solidFill>
              </a:defRPr>
            </a:lvl2pPr>
            <a:lvl3pPr indent="-330200" lvl="2" marL="1371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i="0" sz="1600" u="none" cap="none" strike="noStrike">
                <a:solidFill>
                  <a:srgbClr val="000000"/>
                </a:solidFill>
              </a:defRPr>
            </a:lvl3pPr>
            <a:lvl4pPr indent="-330200" lvl="3" marL="1828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i="0" sz="1600" u="none" cap="none" strike="noStrike">
                <a:solidFill>
                  <a:srgbClr val="000000"/>
                </a:solidFill>
              </a:defRPr>
            </a:lvl4pPr>
            <a:lvl5pPr indent="-330200" lvl="4" marL="22860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i="0" sz="1600" u="none" cap="none" strike="noStrike">
                <a:solidFill>
                  <a:srgbClr val="000000"/>
                </a:solidFill>
              </a:defRPr>
            </a:lvl5pPr>
            <a:lvl6pPr indent="-3302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i="0" sz="1600" u="none" cap="none" strike="noStrike">
                <a:solidFill>
                  <a:srgbClr val="000000"/>
                </a:solidFill>
              </a:defRPr>
            </a:lvl6pPr>
            <a:lvl7pPr indent="-3302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i="0" sz="1600" u="none" cap="none" strike="noStrike">
                <a:solidFill>
                  <a:srgbClr val="000000"/>
                </a:solidFill>
              </a:defRPr>
            </a:lvl7pPr>
            <a:lvl8pPr indent="-3302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i="0" sz="1600" u="none" cap="none" strike="noStrike">
                <a:solidFill>
                  <a:srgbClr val="000000"/>
                </a:solidFill>
              </a:defRPr>
            </a:lvl8pPr>
            <a:lvl9pPr indent="-3302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600"/>
              <a:buChar char="■"/>
              <a:defRPr i="0" sz="1600" u="none" cap="none" strike="noStrike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483" name="Google Shape;483;p8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3 Title and text slide - 4 column - Black">
  <p:cSld name="CUSTOM_23_1_1_1_1_1_1_2_1_1_1_1_1_1_2_3_1"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85"/>
          <p:cNvSpPr/>
          <p:nvPr/>
        </p:nvSpPr>
        <p:spPr>
          <a:xfrm>
            <a:off x="50" y="0"/>
            <a:ext cx="9144000" cy="1329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85"/>
          <p:cNvSpPr txBox="1"/>
          <p:nvPr>
            <p:ph type="title"/>
          </p:nvPr>
        </p:nvSpPr>
        <p:spPr>
          <a:xfrm>
            <a:off x="424925" y="315900"/>
            <a:ext cx="83730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87" name="Google Shape;487;p85"/>
          <p:cNvSpPr txBox="1"/>
          <p:nvPr>
            <p:ph idx="1" type="subTitle"/>
          </p:nvPr>
        </p:nvSpPr>
        <p:spPr>
          <a:xfrm>
            <a:off x="427950" y="756003"/>
            <a:ext cx="83730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>
                <a:highlight>
                  <a:schemeClr val="accent1"/>
                </a:highlight>
              </a:defRPr>
            </a:lvl1pPr>
            <a:lvl2pPr lvl="1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/>
        </p:txBody>
      </p:sp>
      <p:sp>
        <p:nvSpPr>
          <p:cNvPr id="488" name="Google Shape;488;p85"/>
          <p:cNvSpPr txBox="1"/>
          <p:nvPr>
            <p:ph idx="2" type="body"/>
          </p:nvPr>
        </p:nvSpPr>
        <p:spPr>
          <a:xfrm>
            <a:off x="423275" y="1761025"/>
            <a:ext cx="1990800" cy="24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i="0" sz="1600" u="none" cap="none" strike="noStrike">
                <a:solidFill>
                  <a:srgbClr val="000000"/>
                </a:solidFill>
              </a:defRPr>
            </a:lvl1pPr>
            <a:lvl2pPr indent="-330200" lvl="1" marL="914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i="0" sz="1600" u="none" cap="none" strike="noStrike">
                <a:solidFill>
                  <a:srgbClr val="000000"/>
                </a:solidFill>
              </a:defRPr>
            </a:lvl2pPr>
            <a:lvl3pPr indent="-330200" lvl="2" marL="1371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i="0" sz="1600" u="none" cap="none" strike="noStrike">
                <a:solidFill>
                  <a:srgbClr val="000000"/>
                </a:solidFill>
              </a:defRPr>
            </a:lvl3pPr>
            <a:lvl4pPr indent="-330200" lvl="3" marL="1828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i="0" sz="1600" u="none" cap="none" strike="noStrike">
                <a:solidFill>
                  <a:srgbClr val="000000"/>
                </a:solidFill>
              </a:defRPr>
            </a:lvl4pPr>
            <a:lvl5pPr indent="-330200" lvl="4" marL="22860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i="0" sz="1600" u="none" cap="none" strike="noStrike">
                <a:solidFill>
                  <a:srgbClr val="000000"/>
                </a:solidFill>
              </a:defRPr>
            </a:lvl5pPr>
            <a:lvl6pPr indent="-3302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i="0" sz="1600" u="none" cap="none" strike="noStrike">
                <a:solidFill>
                  <a:srgbClr val="000000"/>
                </a:solidFill>
              </a:defRPr>
            </a:lvl6pPr>
            <a:lvl7pPr indent="-3302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i="0" sz="1600" u="none" cap="none" strike="noStrike">
                <a:solidFill>
                  <a:srgbClr val="000000"/>
                </a:solidFill>
              </a:defRPr>
            </a:lvl7pPr>
            <a:lvl8pPr indent="-3302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i="0" sz="1600" u="none" cap="none" strike="noStrike">
                <a:solidFill>
                  <a:srgbClr val="000000"/>
                </a:solidFill>
              </a:defRPr>
            </a:lvl8pPr>
            <a:lvl9pPr indent="-3302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600"/>
              <a:buChar char="■"/>
              <a:defRPr i="0" sz="1600" u="none" cap="none" strike="noStrike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489" name="Google Shape;489;p85"/>
          <p:cNvSpPr txBox="1"/>
          <p:nvPr>
            <p:ph idx="3" type="body"/>
          </p:nvPr>
        </p:nvSpPr>
        <p:spPr>
          <a:xfrm>
            <a:off x="2514600" y="1761025"/>
            <a:ext cx="1990800" cy="24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i="0" sz="1600" u="none" cap="none" strike="noStrike">
                <a:solidFill>
                  <a:srgbClr val="000000"/>
                </a:solidFill>
              </a:defRPr>
            </a:lvl1pPr>
            <a:lvl2pPr indent="-330200" lvl="1" marL="914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i="0" sz="1600" u="none" cap="none" strike="noStrike">
                <a:solidFill>
                  <a:srgbClr val="000000"/>
                </a:solidFill>
              </a:defRPr>
            </a:lvl2pPr>
            <a:lvl3pPr indent="-330200" lvl="2" marL="1371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i="0" sz="1600" u="none" cap="none" strike="noStrike">
                <a:solidFill>
                  <a:srgbClr val="000000"/>
                </a:solidFill>
              </a:defRPr>
            </a:lvl3pPr>
            <a:lvl4pPr indent="-330200" lvl="3" marL="1828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i="0" sz="1600" u="none" cap="none" strike="noStrike">
                <a:solidFill>
                  <a:srgbClr val="000000"/>
                </a:solidFill>
              </a:defRPr>
            </a:lvl4pPr>
            <a:lvl5pPr indent="-330200" lvl="4" marL="22860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i="0" sz="1600" u="none" cap="none" strike="noStrike">
                <a:solidFill>
                  <a:srgbClr val="000000"/>
                </a:solidFill>
              </a:defRPr>
            </a:lvl5pPr>
            <a:lvl6pPr indent="-3302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i="0" sz="1600" u="none" cap="none" strike="noStrike">
                <a:solidFill>
                  <a:srgbClr val="000000"/>
                </a:solidFill>
              </a:defRPr>
            </a:lvl6pPr>
            <a:lvl7pPr indent="-3302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i="0" sz="1600" u="none" cap="none" strike="noStrike">
                <a:solidFill>
                  <a:srgbClr val="000000"/>
                </a:solidFill>
              </a:defRPr>
            </a:lvl7pPr>
            <a:lvl8pPr indent="-3302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i="0" sz="1600" u="none" cap="none" strike="noStrike">
                <a:solidFill>
                  <a:srgbClr val="000000"/>
                </a:solidFill>
              </a:defRPr>
            </a:lvl8pPr>
            <a:lvl9pPr indent="-3302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600"/>
              <a:buChar char="■"/>
              <a:defRPr i="0" sz="1600" u="none" cap="none" strike="noStrike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490" name="Google Shape;490;p85"/>
          <p:cNvSpPr txBox="1"/>
          <p:nvPr>
            <p:ph idx="4" type="body"/>
          </p:nvPr>
        </p:nvSpPr>
        <p:spPr>
          <a:xfrm>
            <a:off x="4605925" y="1761025"/>
            <a:ext cx="1990800" cy="24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i="0" sz="1600" u="none" cap="none" strike="noStrike">
                <a:solidFill>
                  <a:srgbClr val="000000"/>
                </a:solidFill>
              </a:defRPr>
            </a:lvl1pPr>
            <a:lvl2pPr indent="-330200" lvl="1" marL="914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i="0" sz="1600" u="none" cap="none" strike="noStrike">
                <a:solidFill>
                  <a:srgbClr val="000000"/>
                </a:solidFill>
              </a:defRPr>
            </a:lvl2pPr>
            <a:lvl3pPr indent="-330200" lvl="2" marL="1371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i="0" sz="1600" u="none" cap="none" strike="noStrike">
                <a:solidFill>
                  <a:srgbClr val="000000"/>
                </a:solidFill>
              </a:defRPr>
            </a:lvl3pPr>
            <a:lvl4pPr indent="-330200" lvl="3" marL="1828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i="0" sz="1600" u="none" cap="none" strike="noStrike">
                <a:solidFill>
                  <a:srgbClr val="000000"/>
                </a:solidFill>
              </a:defRPr>
            </a:lvl4pPr>
            <a:lvl5pPr indent="-330200" lvl="4" marL="22860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i="0" sz="1600" u="none" cap="none" strike="noStrike">
                <a:solidFill>
                  <a:srgbClr val="000000"/>
                </a:solidFill>
              </a:defRPr>
            </a:lvl5pPr>
            <a:lvl6pPr indent="-3302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i="0" sz="1600" u="none" cap="none" strike="noStrike">
                <a:solidFill>
                  <a:srgbClr val="000000"/>
                </a:solidFill>
              </a:defRPr>
            </a:lvl6pPr>
            <a:lvl7pPr indent="-3302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i="0" sz="1600" u="none" cap="none" strike="noStrike">
                <a:solidFill>
                  <a:srgbClr val="000000"/>
                </a:solidFill>
              </a:defRPr>
            </a:lvl7pPr>
            <a:lvl8pPr indent="-3302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i="0" sz="1600" u="none" cap="none" strike="noStrike">
                <a:solidFill>
                  <a:srgbClr val="000000"/>
                </a:solidFill>
              </a:defRPr>
            </a:lvl8pPr>
            <a:lvl9pPr indent="-3302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600"/>
              <a:buChar char="■"/>
              <a:defRPr i="0" sz="1600" u="none" cap="none" strike="noStrike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491" name="Google Shape;491;p85"/>
          <p:cNvSpPr txBox="1"/>
          <p:nvPr>
            <p:ph idx="5" type="body"/>
          </p:nvPr>
        </p:nvSpPr>
        <p:spPr>
          <a:xfrm>
            <a:off x="6697250" y="1761025"/>
            <a:ext cx="1990800" cy="24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i="0" sz="1600" u="none" cap="none" strike="noStrike">
                <a:solidFill>
                  <a:srgbClr val="000000"/>
                </a:solidFill>
              </a:defRPr>
            </a:lvl1pPr>
            <a:lvl2pPr indent="-330200" lvl="1" marL="914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i="0" sz="1600" u="none" cap="none" strike="noStrike">
                <a:solidFill>
                  <a:srgbClr val="000000"/>
                </a:solidFill>
              </a:defRPr>
            </a:lvl2pPr>
            <a:lvl3pPr indent="-330200" lvl="2" marL="1371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i="0" sz="1600" u="none" cap="none" strike="noStrike">
                <a:solidFill>
                  <a:srgbClr val="000000"/>
                </a:solidFill>
              </a:defRPr>
            </a:lvl3pPr>
            <a:lvl4pPr indent="-330200" lvl="3" marL="1828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i="0" sz="1600" u="none" cap="none" strike="noStrike">
                <a:solidFill>
                  <a:srgbClr val="000000"/>
                </a:solidFill>
              </a:defRPr>
            </a:lvl4pPr>
            <a:lvl5pPr indent="-330200" lvl="4" marL="22860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i="0" sz="1600" u="none" cap="none" strike="noStrike">
                <a:solidFill>
                  <a:srgbClr val="000000"/>
                </a:solidFill>
              </a:defRPr>
            </a:lvl5pPr>
            <a:lvl6pPr indent="-3302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i="0" sz="1600" u="none" cap="none" strike="noStrike">
                <a:solidFill>
                  <a:srgbClr val="000000"/>
                </a:solidFill>
              </a:defRPr>
            </a:lvl6pPr>
            <a:lvl7pPr indent="-3302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i="0" sz="1600" u="none" cap="none" strike="noStrike">
                <a:solidFill>
                  <a:srgbClr val="000000"/>
                </a:solidFill>
              </a:defRPr>
            </a:lvl7pPr>
            <a:lvl8pPr indent="-3302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i="0" sz="1600" u="none" cap="none" strike="noStrike">
                <a:solidFill>
                  <a:srgbClr val="000000"/>
                </a:solidFill>
              </a:defRPr>
            </a:lvl8pPr>
            <a:lvl9pPr indent="-3302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600"/>
              <a:buChar char="■"/>
              <a:defRPr i="0" sz="1600" u="none" cap="none" strike="noStrike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492" name="Google Shape;492;p8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3 Title and text slide - 4 column - Maroon">
  <p:cSld name="CUSTOM_23_1_1_1_1_1_1_2_1_1_1_1_1_1_2_1_2"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86"/>
          <p:cNvSpPr/>
          <p:nvPr/>
        </p:nvSpPr>
        <p:spPr>
          <a:xfrm>
            <a:off x="50" y="0"/>
            <a:ext cx="9144000" cy="1329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86"/>
          <p:cNvSpPr txBox="1"/>
          <p:nvPr>
            <p:ph type="title"/>
          </p:nvPr>
        </p:nvSpPr>
        <p:spPr>
          <a:xfrm>
            <a:off x="424925" y="315900"/>
            <a:ext cx="83730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96" name="Google Shape;496;p86"/>
          <p:cNvSpPr txBox="1"/>
          <p:nvPr>
            <p:ph idx="1" type="subTitle"/>
          </p:nvPr>
        </p:nvSpPr>
        <p:spPr>
          <a:xfrm>
            <a:off x="427950" y="756003"/>
            <a:ext cx="83730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>
                <a:highlight>
                  <a:schemeClr val="accent1"/>
                </a:highlight>
              </a:defRPr>
            </a:lvl1pPr>
            <a:lvl2pPr lvl="1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/>
        </p:txBody>
      </p:sp>
      <p:sp>
        <p:nvSpPr>
          <p:cNvPr id="497" name="Google Shape;497;p86"/>
          <p:cNvSpPr txBox="1"/>
          <p:nvPr>
            <p:ph idx="2" type="body"/>
          </p:nvPr>
        </p:nvSpPr>
        <p:spPr>
          <a:xfrm>
            <a:off x="423275" y="1761025"/>
            <a:ext cx="1990800" cy="24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i="0" sz="1600" u="none" cap="none" strike="noStrike">
                <a:solidFill>
                  <a:srgbClr val="000000"/>
                </a:solidFill>
              </a:defRPr>
            </a:lvl1pPr>
            <a:lvl2pPr indent="-330200" lvl="1" marL="914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i="0" sz="1600" u="none" cap="none" strike="noStrike">
                <a:solidFill>
                  <a:srgbClr val="000000"/>
                </a:solidFill>
              </a:defRPr>
            </a:lvl2pPr>
            <a:lvl3pPr indent="-330200" lvl="2" marL="1371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i="0" sz="1600" u="none" cap="none" strike="noStrike">
                <a:solidFill>
                  <a:srgbClr val="000000"/>
                </a:solidFill>
              </a:defRPr>
            </a:lvl3pPr>
            <a:lvl4pPr indent="-330200" lvl="3" marL="1828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i="0" sz="1600" u="none" cap="none" strike="noStrike">
                <a:solidFill>
                  <a:srgbClr val="000000"/>
                </a:solidFill>
              </a:defRPr>
            </a:lvl4pPr>
            <a:lvl5pPr indent="-330200" lvl="4" marL="22860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i="0" sz="1600" u="none" cap="none" strike="noStrike">
                <a:solidFill>
                  <a:srgbClr val="000000"/>
                </a:solidFill>
              </a:defRPr>
            </a:lvl5pPr>
            <a:lvl6pPr indent="-3302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i="0" sz="1600" u="none" cap="none" strike="noStrike">
                <a:solidFill>
                  <a:srgbClr val="000000"/>
                </a:solidFill>
              </a:defRPr>
            </a:lvl6pPr>
            <a:lvl7pPr indent="-3302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i="0" sz="1600" u="none" cap="none" strike="noStrike">
                <a:solidFill>
                  <a:srgbClr val="000000"/>
                </a:solidFill>
              </a:defRPr>
            </a:lvl7pPr>
            <a:lvl8pPr indent="-3302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i="0" sz="1600" u="none" cap="none" strike="noStrike">
                <a:solidFill>
                  <a:srgbClr val="000000"/>
                </a:solidFill>
              </a:defRPr>
            </a:lvl8pPr>
            <a:lvl9pPr indent="-3302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600"/>
              <a:buChar char="■"/>
              <a:defRPr i="0" sz="1600" u="none" cap="none" strike="noStrike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498" name="Google Shape;498;p86"/>
          <p:cNvSpPr txBox="1"/>
          <p:nvPr>
            <p:ph idx="3" type="body"/>
          </p:nvPr>
        </p:nvSpPr>
        <p:spPr>
          <a:xfrm>
            <a:off x="2514600" y="1761025"/>
            <a:ext cx="1990800" cy="24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i="0" sz="1600" u="none" cap="none" strike="noStrike">
                <a:solidFill>
                  <a:srgbClr val="000000"/>
                </a:solidFill>
              </a:defRPr>
            </a:lvl1pPr>
            <a:lvl2pPr indent="-330200" lvl="1" marL="914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i="0" sz="1600" u="none" cap="none" strike="noStrike">
                <a:solidFill>
                  <a:srgbClr val="000000"/>
                </a:solidFill>
              </a:defRPr>
            </a:lvl2pPr>
            <a:lvl3pPr indent="-330200" lvl="2" marL="1371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i="0" sz="1600" u="none" cap="none" strike="noStrike">
                <a:solidFill>
                  <a:srgbClr val="000000"/>
                </a:solidFill>
              </a:defRPr>
            </a:lvl3pPr>
            <a:lvl4pPr indent="-330200" lvl="3" marL="1828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i="0" sz="1600" u="none" cap="none" strike="noStrike">
                <a:solidFill>
                  <a:srgbClr val="000000"/>
                </a:solidFill>
              </a:defRPr>
            </a:lvl4pPr>
            <a:lvl5pPr indent="-330200" lvl="4" marL="22860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i="0" sz="1600" u="none" cap="none" strike="noStrike">
                <a:solidFill>
                  <a:srgbClr val="000000"/>
                </a:solidFill>
              </a:defRPr>
            </a:lvl5pPr>
            <a:lvl6pPr indent="-3302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i="0" sz="1600" u="none" cap="none" strike="noStrike">
                <a:solidFill>
                  <a:srgbClr val="000000"/>
                </a:solidFill>
              </a:defRPr>
            </a:lvl6pPr>
            <a:lvl7pPr indent="-3302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i="0" sz="1600" u="none" cap="none" strike="noStrike">
                <a:solidFill>
                  <a:srgbClr val="000000"/>
                </a:solidFill>
              </a:defRPr>
            </a:lvl7pPr>
            <a:lvl8pPr indent="-3302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i="0" sz="1600" u="none" cap="none" strike="noStrike">
                <a:solidFill>
                  <a:srgbClr val="000000"/>
                </a:solidFill>
              </a:defRPr>
            </a:lvl8pPr>
            <a:lvl9pPr indent="-3302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600"/>
              <a:buChar char="■"/>
              <a:defRPr i="0" sz="1600" u="none" cap="none" strike="noStrike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499" name="Google Shape;499;p86"/>
          <p:cNvSpPr txBox="1"/>
          <p:nvPr>
            <p:ph idx="4" type="body"/>
          </p:nvPr>
        </p:nvSpPr>
        <p:spPr>
          <a:xfrm>
            <a:off x="4605925" y="1761025"/>
            <a:ext cx="1990800" cy="24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i="0" sz="1600" u="none" cap="none" strike="noStrike">
                <a:solidFill>
                  <a:srgbClr val="000000"/>
                </a:solidFill>
              </a:defRPr>
            </a:lvl1pPr>
            <a:lvl2pPr indent="-330200" lvl="1" marL="914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i="0" sz="1600" u="none" cap="none" strike="noStrike">
                <a:solidFill>
                  <a:srgbClr val="000000"/>
                </a:solidFill>
              </a:defRPr>
            </a:lvl2pPr>
            <a:lvl3pPr indent="-330200" lvl="2" marL="1371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i="0" sz="1600" u="none" cap="none" strike="noStrike">
                <a:solidFill>
                  <a:srgbClr val="000000"/>
                </a:solidFill>
              </a:defRPr>
            </a:lvl3pPr>
            <a:lvl4pPr indent="-330200" lvl="3" marL="1828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i="0" sz="1600" u="none" cap="none" strike="noStrike">
                <a:solidFill>
                  <a:srgbClr val="000000"/>
                </a:solidFill>
              </a:defRPr>
            </a:lvl4pPr>
            <a:lvl5pPr indent="-330200" lvl="4" marL="22860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i="0" sz="1600" u="none" cap="none" strike="noStrike">
                <a:solidFill>
                  <a:srgbClr val="000000"/>
                </a:solidFill>
              </a:defRPr>
            </a:lvl5pPr>
            <a:lvl6pPr indent="-3302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i="0" sz="1600" u="none" cap="none" strike="noStrike">
                <a:solidFill>
                  <a:srgbClr val="000000"/>
                </a:solidFill>
              </a:defRPr>
            </a:lvl6pPr>
            <a:lvl7pPr indent="-3302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i="0" sz="1600" u="none" cap="none" strike="noStrike">
                <a:solidFill>
                  <a:srgbClr val="000000"/>
                </a:solidFill>
              </a:defRPr>
            </a:lvl7pPr>
            <a:lvl8pPr indent="-3302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i="0" sz="1600" u="none" cap="none" strike="noStrike">
                <a:solidFill>
                  <a:srgbClr val="000000"/>
                </a:solidFill>
              </a:defRPr>
            </a:lvl8pPr>
            <a:lvl9pPr indent="-3302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600"/>
              <a:buChar char="■"/>
              <a:defRPr i="0" sz="1600" u="none" cap="none" strike="noStrike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500" name="Google Shape;500;p86"/>
          <p:cNvSpPr txBox="1"/>
          <p:nvPr>
            <p:ph idx="5" type="body"/>
          </p:nvPr>
        </p:nvSpPr>
        <p:spPr>
          <a:xfrm>
            <a:off x="6697250" y="1761025"/>
            <a:ext cx="1990800" cy="24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i="0" sz="1600" u="none" cap="none" strike="noStrike">
                <a:solidFill>
                  <a:srgbClr val="000000"/>
                </a:solidFill>
              </a:defRPr>
            </a:lvl1pPr>
            <a:lvl2pPr indent="-330200" lvl="1" marL="914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i="0" sz="1600" u="none" cap="none" strike="noStrike">
                <a:solidFill>
                  <a:srgbClr val="000000"/>
                </a:solidFill>
              </a:defRPr>
            </a:lvl2pPr>
            <a:lvl3pPr indent="-330200" lvl="2" marL="1371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i="0" sz="1600" u="none" cap="none" strike="noStrike">
                <a:solidFill>
                  <a:srgbClr val="000000"/>
                </a:solidFill>
              </a:defRPr>
            </a:lvl3pPr>
            <a:lvl4pPr indent="-330200" lvl="3" marL="1828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i="0" sz="1600" u="none" cap="none" strike="noStrike">
                <a:solidFill>
                  <a:srgbClr val="000000"/>
                </a:solidFill>
              </a:defRPr>
            </a:lvl4pPr>
            <a:lvl5pPr indent="-330200" lvl="4" marL="22860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i="0" sz="1600" u="none" cap="none" strike="noStrike">
                <a:solidFill>
                  <a:srgbClr val="000000"/>
                </a:solidFill>
              </a:defRPr>
            </a:lvl5pPr>
            <a:lvl6pPr indent="-3302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i="0" sz="1600" u="none" cap="none" strike="noStrike">
                <a:solidFill>
                  <a:srgbClr val="000000"/>
                </a:solidFill>
              </a:defRPr>
            </a:lvl6pPr>
            <a:lvl7pPr indent="-3302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i="0" sz="1600" u="none" cap="none" strike="noStrike">
                <a:solidFill>
                  <a:srgbClr val="000000"/>
                </a:solidFill>
              </a:defRPr>
            </a:lvl7pPr>
            <a:lvl8pPr indent="-3302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i="0" sz="1600" u="none" cap="none" strike="noStrike">
                <a:solidFill>
                  <a:srgbClr val="000000"/>
                </a:solidFill>
              </a:defRPr>
            </a:lvl8pPr>
            <a:lvl9pPr indent="-3302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600"/>
              <a:buChar char="■"/>
              <a:defRPr i="0" sz="1600" u="none" cap="none" strike="noStrike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501" name="Google Shape;501;p8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4 Title and text slide - Gray">
  <p:cSld name="CUSTOM_23_1_1_1_1_2_2"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87"/>
          <p:cNvSpPr txBox="1"/>
          <p:nvPr>
            <p:ph type="title"/>
          </p:nvPr>
        </p:nvSpPr>
        <p:spPr>
          <a:xfrm>
            <a:off x="420625" y="548650"/>
            <a:ext cx="3776400" cy="37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highlight>
                  <a:schemeClr val="accent1"/>
                </a:highlight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04" name="Google Shape;504;p87"/>
          <p:cNvSpPr/>
          <p:nvPr/>
        </p:nvSpPr>
        <p:spPr>
          <a:xfrm>
            <a:off x="4572000" y="-5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87"/>
          <p:cNvSpPr txBox="1"/>
          <p:nvPr>
            <p:ph idx="1" type="body"/>
          </p:nvPr>
        </p:nvSpPr>
        <p:spPr>
          <a:xfrm>
            <a:off x="4937750" y="320050"/>
            <a:ext cx="3776400" cy="38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506" name="Google Shape;506;p87"/>
          <p:cNvSpPr txBox="1"/>
          <p:nvPr>
            <p:ph idx="2" type="subTitle"/>
          </p:nvPr>
        </p:nvSpPr>
        <p:spPr>
          <a:xfrm>
            <a:off x="424450" y="320050"/>
            <a:ext cx="377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  <a:highlight>
                  <a:schemeClr val="dk1"/>
                </a:highlight>
              </a:defRPr>
            </a:lvl1pPr>
            <a:lvl2pPr lvl="1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/>
        </p:txBody>
      </p:sp>
      <p:sp>
        <p:nvSpPr>
          <p:cNvPr id="507" name="Google Shape;507;p8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4 Title and text slide - Gold">
  <p:cSld name="CUSTOM_23_1_1_1_1_2_2_2"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88"/>
          <p:cNvSpPr txBox="1"/>
          <p:nvPr>
            <p:ph type="title"/>
          </p:nvPr>
        </p:nvSpPr>
        <p:spPr>
          <a:xfrm>
            <a:off x="420625" y="548650"/>
            <a:ext cx="3776400" cy="37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highlight>
                  <a:schemeClr val="accent1"/>
                </a:highlight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10" name="Google Shape;510;p88"/>
          <p:cNvSpPr/>
          <p:nvPr/>
        </p:nvSpPr>
        <p:spPr>
          <a:xfrm>
            <a:off x="4572000" y="-50"/>
            <a:ext cx="4572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88"/>
          <p:cNvSpPr txBox="1"/>
          <p:nvPr>
            <p:ph idx="1" type="body"/>
          </p:nvPr>
        </p:nvSpPr>
        <p:spPr>
          <a:xfrm>
            <a:off x="4937750" y="320050"/>
            <a:ext cx="3776400" cy="38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512" name="Google Shape;512;p88"/>
          <p:cNvSpPr txBox="1"/>
          <p:nvPr>
            <p:ph idx="2" type="subTitle"/>
          </p:nvPr>
        </p:nvSpPr>
        <p:spPr>
          <a:xfrm>
            <a:off x="424450" y="320050"/>
            <a:ext cx="377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  <a:highlight>
                  <a:schemeClr val="dk1"/>
                </a:highlight>
              </a:defRPr>
            </a:lvl1pPr>
            <a:lvl2pPr lvl="1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/>
        </p:txBody>
      </p:sp>
      <p:sp>
        <p:nvSpPr>
          <p:cNvPr id="513" name="Google Shape;513;p8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4 Title and text slide - Black">
  <p:cSld name="CUSTOM_23_1_1_2_1_1"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89"/>
          <p:cNvSpPr/>
          <p:nvPr/>
        </p:nvSpPr>
        <p:spPr>
          <a:xfrm>
            <a:off x="4572000" y="-5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89"/>
          <p:cNvSpPr txBox="1"/>
          <p:nvPr>
            <p:ph idx="1" type="body"/>
          </p:nvPr>
        </p:nvSpPr>
        <p:spPr>
          <a:xfrm>
            <a:off x="4937750" y="320050"/>
            <a:ext cx="3776400" cy="38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1pPr>
            <a:lvl2pPr indent="-3302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2pPr>
            <a:lvl3pPr indent="-3302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3pPr>
            <a:lvl4pPr indent="-3302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4pPr>
            <a:lvl5pPr indent="-3302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5pPr>
            <a:lvl6pPr indent="-3302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6pPr>
            <a:lvl7pPr indent="-3302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7pPr>
            <a:lvl8pPr indent="-3302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8pPr>
            <a:lvl9pPr indent="-3302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7" name="Google Shape;517;p89"/>
          <p:cNvSpPr txBox="1"/>
          <p:nvPr>
            <p:ph type="title"/>
          </p:nvPr>
        </p:nvSpPr>
        <p:spPr>
          <a:xfrm>
            <a:off x="420625" y="548650"/>
            <a:ext cx="3776400" cy="37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highlight>
                  <a:schemeClr val="accent1"/>
                </a:highlight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18" name="Google Shape;518;p89"/>
          <p:cNvSpPr txBox="1"/>
          <p:nvPr>
            <p:ph idx="2" type="subTitle"/>
          </p:nvPr>
        </p:nvSpPr>
        <p:spPr>
          <a:xfrm>
            <a:off x="424450" y="320050"/>
            <a:ext cx="377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  <a:highlight>
                  <a:schemeClr val="dk1"/>
                </a:highlight>
              </a:defRPr>
            </a:lvl1pPr>
            <a:lvl2pPr lvl="1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/>
        </p:txBody>
      </p:sp>
      <p:sp>
        <p:nvSpPr>
          <p:cNvPr id="519" name="Google Shape;519;p8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 Text and photo slide options →">
  <p:cSld name="CUSTOM_22_1_1_1_1_1_1_2_1">
    <p:bg>
      <p:bgPr>
        <a:solidFill>
          <a:schemeClr val="accent5"/>
        </a:solidFill>
      </p:bgPr>
    </p:bg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90"/>
          <p:cNvSpPr txBox="1"/>
          <p:nvPr/>
        </p:nvSpPr>
        <p:spPr>
          <a:xfrm>
            <a:off x="2411725" y="1574253"/>
            <a:ext cx="6288300" cy="199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rgbClr val="FFFFFF"/>
                </a:solidFill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Text and photo slides</a:t>
            </a:r>
            <a:endParaRPr b="1" i="0" sz="7200" u="none" cap="none" strike="noStrike">
              <a:solidFill>
                <a:srgbClr val="FFFFFF"/>
              </a:solidFill>
              <a:highlight>
                <a:schemeClr val="dk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90"/>
          <p:cNvSpPr/>
          <p:nvPr/>
        </p:nvSpPr>
        <p:spPr>
          <a:xfrm>
            <a:off x="0" y="0"/>
            <a:ext cx="2168400" cy="5143500"/>
          </a:xfrm>
          <a:prstGeom prst="rightArrowCallout">
            <a:avLst>
              <a:gd fmla="val 25000" name="adj1"/>
              <a:gd fmla="val 25000" name="adj2"/>
              <a:gd fmla="val 25000" name="adj3"/>
              <a:gd fmla="val 64977" name="adj4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9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.1 Text and photo slide - Right - White">
  <p:cSld name="CUSTOM_23_1_1_1_1_2_1_1_1"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91"/>
          <p:cNvSpPr txBox="1"/>
          <p:nvPr>
            <p:ph type="title"/>
          </p:nvPr>
        </p:nvSpPr>
        <p:spPr>
          <a:xfrm>
            <a:off x="420625" y="320050"/>
            <a:ext cx="41967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highlight>
                  <a:schemeClr val="accent1"/>
                </a:highlight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/>
        </p:txBody>
      </p:sp>
      <p:sp>
        <p:nvSpPr>
          <p:cNvPr id="526" name="Google Shape;526;p91"/>
          <p:cNvSpPr txBox="1"/>
          <p:nvPr>
            <p:ph idx="1" type="body"/>
          </p:nvPr>
        </p:nvSpPr>
        <p:spPr>
          <a:xfrm>
            <a:off x="420900" y="994550"/>
            <a:ext cx="4196700" cy="31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527" name="Google Shape;527;p91"/>
          <p:cNvSpPr/>
          <p:nvPr>
            <p:ph idx="2" type="pic"/>
          </p:nvPr>
        </p:nvSpPr>
        <p:spPr>
          <a:xfrm>
            <a:off x="5038350" y="0"/>
            <a:ext cx="41058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28" name="Google Shape;528;p9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.1 Text and photo slide - Right - Black">
  <p:cSld name="CUSTOM_23_1_1_1_1_2_1_1_1_3">
    <p:bg>
      <p:bgPr>
        <a:solidFill>
          <a:schemeClr val="dk1"/>
        </a:solidFill>
      </p:bgPr>
    </p:bg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92"/>
          <p:cNvSpPr txBox="1"/>
          <p:nvPr>
            <p:ph type="title"/>
          </p:nvPr>
        </p:nvSpPr>
        <p:spPr>
          <a:xfrm>
            <a:off x="420625" y="320050"/>
            <a:ext cx="41967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highlight>
                  <a:schemeClr val="accent1"/>
                </a:highlight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/>
        </p:txBody>
      </p:sp>
      <p:sp>
        <p:nvSpPr>
          <p:cNvPr id="531" name="Google Shape;531;p92"/>
          <p:cNvSpPr txBox="1"/>
          <p:nvPr>
            <p:ph idx="1" type="body"/>
          </p:nvPr>
        </p:nvSpPr>
        <p:spPr>
          <a:xfrm>
            <a:off x="420900" y="994550"/>
            <a:ext cx="4196700" cy="31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1pPr>
            <a:lvl2pPr indent="-3302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2pPr>
            <a:lvl3pPr indent="-3302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3pPr>
            <a:lvl4pPr indent="-3302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4pPr>
            <a:lvl5pPr indent="-3302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5pPr>
            <a:lvl6pPr indent="-3302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6pPr>
            <a:lvl7pPr indent="-3302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7pPr>
            <a:lvl8pPr indent="-3302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8pPr>
            <a:lvl9pPr indent="-3302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32" name="Google Shape;532;p92"/>
          <p:cNvSpPr/>
          <p:nvPr>
            <p:ph idx="2" type="pic"/>
          </p:nvPr>
        </p:nvSpPr>
        <p:spPr>
          <a:xfrm>
            <a:off x="5038350" y="0"/>
            <a:ext cx="41058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33" name="Google Shape;533;p9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.1 Text and photo slide - Left - White">
  <p:cSld name="CUSTOM_23_1_1_1_1_2_1_1_1_2"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93"/>
          <p:cNvSpPr/>
          <p:nvPr>
            <p:ph idx="2" type="pic"/>
          </p:nvPr>
        </p:nvSpPr>
        <p:spPr>
          <a:xfrm>
            <a:off x="0" y="0"/>
            <a:ext cx="41058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36" name="Google Shape;536;p93"/>
          <p:cNvSpPr txBox="1"/>
          <p:nvPr>
            <p:ph type="title"/>
          </p:nvPr>
        </p:nvSpPr>
        <p:spPr>
          <a:xfrm>
            <a:off x="4526275" y="320050"/>
            <a:ext cx="41694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highlight>
                  <a:schemeClr val="accent1"/>
                </a:highlight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/>
        </p:txBody>
      </p:sp>
      <p:sp>
        <p:nvSpPr>
          <p:cNvPr id="537" name="Google Shape;537;p93"/>
          <p:cNvSpPr txBox="1"/>
          <p:nvPr>
            <p:ph idx="1" type="body"/>
          </p:nvPr>
        </p:nvSpPr>
        <p:spPr>
          <a:xfrm>
            <a:off x="4526550" y="994550"/>
            <a:ext cx="4169400" cy="31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538" name="Google Shape;538;p9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.1 Text and photo slide - Left - Black">
  <p:cSld name="CUSTOM_23_1_1_1_1_2_1_1_1_2_1">
    <p:bg>
      <p:bgPr>
        <a:solidFill>
          <a:schemeClr val="dk1"/>
        </a:solidFill>
      </p:bgPr>
    </p:bg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94"/>
          <p:cNvSpPr/>
          <p:nvPr>
            <p:ph idx="2" type="pic"/>
          </p:nvPr>
        </p:nvSpPr>
        <p:spPr>
          <a:xfrm>
            <a:off x="0" y="0"/>
            <a:ext cx="41058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41" name="Google Shape;541;p94"/>
          <p:cNvSpPr txBox="1"/>
          <p:nvPr>
            <p:ph type="title"/>
          </p:nvPr>
        </p:nvSpPr>
        <p:spPr>
          <a:xfrm>
            <a:off x="4526275" y="320050"/>
            <a:ext cx="41694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highlight>
                  <a:schemeClr val="accent1"/>
                </a:highlight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/>
        </p:txBody>
      </p:sp>
      <p:sp>
        <p:nvSpPr>
          <p:cNvPr id="542" name="Google Shape;542;p94"/>
          <p:cNvSpPr txBox="1"/>
          <p:nvPr>
            <p:ph idx="1" type="body"/>
          </p:nvPr>
        </p:nvSpPr>
        <p:spPr>
          <a:xfrm>
            <a:off x="4526550" y="994550"/>
            <a:ext cx="4169400" cy="31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1pPr>
            <a:lvl2pPr indent="-3302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2pPr>
            <a:lvl3pPr indent="-3302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3pPr>
            <a:lvl4pPr indent="-3302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4pPr>
            <a:lvl5pPr indent="-3302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5pPr>
            <a:lvl6pPr indent="-3302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6pPr>
            <a:lvl7pPr indent="-3302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7pPr>
            <a:lvl8pPr indent="-3302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8pPr>
            <a:lvl9pPr indent="-3302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43" name="Google Shape;543;p9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.2 Text and photo slide - Right - Gold">
  <p:cSld name="CUSTOM_22_1_1_1_1_1_1_1_1_1_2"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95"/>
          <p:cNvSpPr/>
          <p:nvPr/>
        </p:nvSpPr>
        <p:spPr>
          <a:xfrm>
            <a:off x="4572000" y="-50"/>
            <a:ext cx="4572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95"/>
          <p:cNvSpPr/>
          <p:nvPr>
            <p:ph idx="2" type="pic"/>
          </p:nvPr>
        </p:nvSpPr>
        <p:spPr>
          <a:xfrm>
            <a:off x="5020050" y="484925"/>
            <a:ext cx="3675900" cy="4160100"/>
          </a:xfrm>
          <a:prstGeom prst="rect">
            <a:avLst/>
          </a:prstGeom>
          <a:noFill/>
          <a:ln>
            <a:noFill/>
          </a:ln>
        </p:spPr>
      </p:sp>
      <p:sp>
        <p:nvSpPr>
          <p:cNvPr id="547" name="Google Shape;547;p95"/>
          <p:cNvSpPr txBox="1"/>
          <p:nvPr>
            <p:ph type="title"/>
          </p:nvPr>
        </p:nvSpPr>
        <p:spPr>
          <a:xfrm>
            <a:off x="420625" y="633350"/>
            <a:ext cx="3776400" cy="4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/>
        </p:txBody>
      </p:sp>
      <p:sp>
        <p:nvSpPr>
          <p:cNvPr id="548" name="Google Shape;548;p95"/>
          <p:cNvSpPr txBox="1"/>
          <p:nvPr>
            <p:ph idx="1" type="body"/>
          </p:nvPr>
        </p:nvSpPr>
        <p:spPr>
          <a:xfrm>
            <a:off x="420900" y="1103325"/>
            <a:ext cx="3776400" cy="30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549" name="Google Shape;549;p95"/>
          <p:cNvSpPr txBox="1"/>
          <p:nvPr>
            <p:ph idx="3" type="subTitle"/>
          </p:nvPr>
        </p:nvSpPr>
        <p:spPr>
          <a:xfrm>
            <a:off x="422350" y="320050"/>
            <a:ext cx="377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>
                <a:highlight>
                  <a:schemeClr val="accent1"/>
                </a:highlight>
              </a:defRPr>
            </a:lvl1pPr>
            <a:lvl2pPr lvl="1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/>
        </p:txBody>
      </p:sp>
      <p:sp>
        <p:nvSpPr>
          <p:cNvPr id="550" name="Google Shape;550;p9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.2 Text and photo slide - Right - Maroon">
  <p:cSld name="CUSTOM_22_1_1_1_1_1_1_1_1_1_4"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96"/>
          <p:cNvSpPr/>
          <p:nvPr/>
        </p:nvSpPr>
        <p:spPr>
          <a:xfrm>
            <a:off x="4572000" y="-50"/>
            <a:ext cx="45720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p96"/>
          <p:cNvSpPr/>
          <p:nvPr>
            <p:ph idx="2" type="pic"/>
          </p:nvPr>
        </p:nvSpPr>
        <p:spPr>
          <a:xfrm>
            <a:off x="5020050" y="484925"/>
            <a:ext cx="3675900" cy="4160100"/>
          </a:xfrm>
          <a:prstGeom prst="rect">
            <a:avLst/>
          </a:prstGeom>
          <a:noFill/>
          <a:ln>
            <a:noFill/>
          </a:ln>
        </p:spPr>
      </p:sp>
      <p:sp>
        <p:nvSpPr>
          <p:cNvPr id="554" name="Google Shape;554;p96"/>
          <p:cNvSpPr txBox="1"/>
          <p:nvPr>
            <p:ph type="title"/>
          </p:nvPr>
        </p:nvSpPr>
        <p:spPr>
          <a:xfrm>
            <a:off x="420625" y="633350"/>
            <a:ext cx="3776400" cy="4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/>
        </p:txBody>
      </p:sp>
      <p:sp>
        <p:nvSpPr>
          <p:cNvPr id="555" name="Google Shape;555;p96"/>
          <p:cNvSpPr txBox="1"/>
          <p:nvPr>
            <p:ph idx="1" type="body"/>
          </p:nvPr>
        </p:nvSpPr>
        <p:spPr>
          <a:xfrm>
            <a:off x="420900" y="1103325"/>
            <a:ext cx="3776400" cy="30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556" name="Google Shape;556;p96"/>
          <p:cNvSpPr txBox="1"/>
          <p:nvPr>
            <p:ph idx="3" type="subTitle"/>
          </p:nvPr>
        </p:nvSpPr>
        <p:spPr>
          <a:xfrm>
            <a:off x="422350" y="320050"/>
            <a:ext cx="377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>
                <a:highlight>
                  <a:schemeClr val="accent1"/>
                </a:highlight>
              </a:defRPr>
            </a:lvl1pPr>
            <a:lvl2pPr lvl="1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/>
        </p:txBody>
      </p:sp>
      <p:sp>
        <p:nvSpPr>
          <p:cNvPr id="557" name="Google Shape;557;p9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.2 Text and photo slide - Left - Gold">
  <p:cSld name="CUSTOM_23_1_1_1_1_1_1_1_1_1_3"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97"/>
          <p:cNvSpPr/>
          <p:nvPr/>
        </p:nvSpPr>
        <p:spPr>
          <a:xfrm>
            <a:off x="0" y="-50"/>
            <a:ext cx="4572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p97"/>
          <p:cNvSpPr/>
          <p:nvPr>
            <p:ph idx="2" type="pic"/>
          </p:nvPr>
        </p:nvSpPr>
        <p:spPr>
          <a:xfrm>
            <a:off x="448050" y="484925"/>
            <a:ext cx="3675900" cy="4160100"/>
          </a:xfrm>
          <a:prstGeom prst="rect">
            <a:avLst/>
          </a:prstGeom>
          <a:noFill/>
          <a:ln>
            <a:noFill/>
          </a:ln>
        </p:spPr>
      </p:sp>
      <p:sp>
        <p:nvSpPr>
          <p:cNvPr id="561" name="Google Shape;561;p97"/>
          <p:cNvSpPr txBox="1"/>
          <p:nvPr>
            <p:ph type="title"/>
          </p:nvPr>
        </p:nvSpPr>
        <p:spPr>
          <a:xfrm>
            <a:off x="4917825" y="633350"/>
            <a:ext cx="3776400" cy="4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/>
        </p:txBody>
      </p:sp>
      <p:sp>
        <p:nvSpPr>
          <p:cNvPr id="562" name="Google Shape;562;p97"/>
          <p:cNvSpPr txBox="1"/>
          <p:nvPr>
            <p:ph idx="1" type="body"/>
          </p:nvPr>
        </p:nvSpPr>
        <p:spPr>
          <a:xfrm>
            <a:off x="4918100" y="1103325"/>
            <a:ext cx="3776400" cy="30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563" name="Google Shape;563;p97"/>
          <p:cNvSpPr txBox="1"/>
          <p:nvPr>
            <p:ph idx="3" type="subTitle"/>
          </p:nvPr>
        </p:nvSpPr>
        <p:spPr>
          <a:xfrm>
            <a:off x="4919550" y="320050"/>
            <a:ext cx="377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>
                <a:highlight>
                  <a:schemeClr val="accent1"/>
                </a:highlight>
              </a:defRPr>
            </a:lvl1pPr>
            <a:lvl2pPr lvl="1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/>
        </p:txBody>
      </p:sp>
      <p:sp>
        <p:nvSpPr>
          <p:cNvPr id="564" name="Google Shape;564;p9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.2 Text and photo slide - Left - Maroon">
  <p:cSld name="CUSTOM_23_1_1_1_1_1_1_1_1_1_3_2"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98"/>
          <p:cNvSpPr/>
          <p:nvPr/>
        </p:nvSpPr>
        <p:spPr>
          <a:xfrm>
            <a:off x="0" y="-50"/>
            <a:ext cx="45720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98"/>
          <p:cNvSpPr/>
          <p:nvPr>
            <p:ph idx="2" type="pic"/>
          </p:nvPr>
        </p:nvSpPr>
        <p:spPr>
          <a:xfrm>
            <a:off x="448050" y="484925"/>
            <a:ext cx="3675900" cy="4160100"/>
          </a:xfrm>
          <a:prstGeom prst="rect">
            <a:avLst/>
          </a:prstGeom>
          <a:noFill/>
          <a:ln>
            <a:noFill/>
          </a:ln>
        </p:spPr>
      </p:sp>
      <p:sp>
        <p:nvSpPr>
          <p:cNvPr id="568" name="Google Shape;568;p98"/>
          <p:cNvSpPr txBox="1"/>
          <p:nvPr>
            <p:ph type="title"/>
          </p:nvPr>
        </p:nvSpPr>
        <p:spPr>
          <a:xfrm>
            <a:off x="4917825" y="633350"/>
            <a:ext cx="3776400" cy="4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/>
        </p:txBody>
      </p:sp>
      <p:sp>
        <p:nvSpPr>
          <p:cNvPr id="569" name="Google Shape;569;p98"/>
          <p:cNvSpPr txBox="1"/>
          <p:nvPr>
            <p:ph idx="1" type="body"/>
          </p:nvPr>
        </p:nvSpPr>
        <p:spPr>
          <a:xfrm>
            <a:off x="4918100" y="1103325"/>
            <a:ext cx="3776400" cy="30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570" name="Google Shape;570;p98"/>
          <p:cNvSpPr txBox="1"/>
          <p:nvPr>
            <p:ph idx="3" type="subTitle"/>
          </p:nvPr>
        </p:nvSpPr>
        <p:spPr>
          <a:xfrm>
            <a:off x="4919550" y="320050"/>
            <a:ext cx="377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>
                <a:highlight>
                  <a:schemeClr val="accent1"/>
                </a:highlight>
              </a:defRPr>
            </a:lvl1pPr>
            <a:lvl2pPr lvl="1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/>
        </p:txBody>
      </p:sp>
      <p:sp>
        <p:nvSpPr>
          <p:cNvPr id="571" name="Google Shape;571;p9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.3 Text and photo slide - Gray">
  <p:cSld name="CUSTOM_23_1_1_1_1_1_1_1_1_2"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99"/>
          <p:cNvSpPr/>
          <p:nvPr/>
        </p:nvSpPr>
        <p:spPr>
          <a:xfrm>
            <a:off x="3776475" y="-2275"/>
            <a:ext cx="53676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p99"/>
          <p:cNvSpPr/>
          <p:nvPr>
            <p:ph idx="2" type="pic"/>
          </p:nvPr>
        </p:nvSpPr>
        <p:spPr>
          <a:xfrm>
            <a:off x="420625" y="320050"/>
            <a:ext cx="2935200" cy="4508100"/>
          </a:xfrm>
          <a:prstGeom prst="rect">
            <a:avLst/>
          </a:prstGeom>
          <a:noFill/>
          <a:ln>
            <a:noFill/>
          </a:ln>
        </p:spPr>
      </p:sp>
      <p:sp>
        <p:nvSpPr>
          <p:cNvPr id="575" name="Google Shape;575;p99"/>
          <p:cNvSpPr txBox="1"/>
          <p:nvPr>
            <p:ph type="title"/>
          </p:nvPr>
        </p:nvSpPr>
        <p:spPr>
          <a:xfrm>
            <a:off x="4197100" y="633350"/>
            <a:ext cx="4496700" cy="4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/>
        </p:txBody>
      </p:sp>
      <p:sp>
        <p:nvSpPr>
          <p:cNvPr id="576" name="Google Shape;576;p99"/>
          <p:cNvSpPr txBox="1"/>
          <p:nvPr>
            <p:ph idx="1" type="body"/>
          </p:nvPr>
        </p:nvSpPr>
        <p:spPr>
          <a:xfrm>
            <a:off x="4197427" y="1103325"/>
            <a:ext cx="4496700" cy="30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577" name="Google Shape;577;p99"/>
          <p:cNvSpPr txBox="1"/>
          <p:nvPr>
            <p:ph idx="3" type="subTitle"/>
          </p:nvPr>
        </p:nvSpPr>
        <p:spPr>
          <a:xfrm>
            <a:off x="4199154" y="320050"/>
            <a:ext cx="4496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>
                <a:highlight>
                  <a:schemeClr val="accent1"/>
                </a:highlight>
              </a:defRPr>
            </a:lvl1pPr>
            <a:lvl2pPr lvl="1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/>
        </p:txBody>
      </p:sp>
      <p:sp>
        <p:nvSpPr>
          <p:cNvPr id="578" name="Google Shape;578;p9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.3 Text and photo slide - Gold">
  <p:cSld name="CUSTOM_23_1_1_1_1_1_1_1_1_2_3"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100"/>
          <p:cNvSpPr/>
          <p:nvPr/>
        </p:nvSpPr>
        <p:spPr>
          <a:xfrm>
            <a:off x="3776475" y="-2275"/>
            <a:ext cx="53676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p100"/>
          <p:cNvSpPr/>
          <p:nvPr>
            <p:ph idx="2" type="pic"/>
          </p:nvPr>
        </p:nvSpPr>
        <p:spPr>
          <a:xfrm>
            <a:off x="420625" y="320050"/>
            <a:ext cx="2935200" cy="4508100"/>
          </a:xfrm>
          <a:prstGeom prst="rect">
            <a:avLst/>
          </a:prstGeom>
          <a:noFill/>
          <a:ln>
            <a:noFill/>
          </a:ln>
        </p:spPr>
      </p:sp>
      <p:sp>
        <p:nvSpPr>
          <p:cNvPr id="582" name="Google Shape;582;p100"/>
          <p:cNvSpPr txBox="1"/>
          <p:nvPr>
            <p:ph type="title"/>
          </p:nvPr>
        </p:nvSpPr>
        <p:spPr>
          <a:xfrm>
            <a:off x="4197100" y="633350"/>
            <a:ext cx="4496700" cy="4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/>
        </p:txBody>
      </p:sp>
      <p:sp>
        <p:nvSpPr>
          <p:cNvPr id="583" name="Google Shape;583;p100"/>
          <p:cNvSpPr txBox="1"/>
          <p:nvPr>
            <p:ph idx="1" type="body"/>
          </p:nvPr>
        </p:nvSpPr>
        <p:spPr>
          <a:xfrm>
            <a:off x="4197427" y="1103325"/>
            <a:ext cx="4496700" cy="30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584" name="Google Shape;584;p100"/>
          <p:cNvSpPr txBox="1"/>
          <p:nvPr>
            <p:ph idx="3" type="subTitle"/>
          </p:nvPr>
        </p:nvSpPr>
        <p:spPr>
          <a:xfrm>
            <a:off x="4199154" y="320050"/>
            <a:ext cx="4496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  <a:highlight>
                  <a:schemeClr val="dk1"/>
                </a:highlight>
              </a:defRPr>
            </a:lvl1pPr>
            <a:lvl2pPr lvl="1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/>
        </p:txBody>
      </p:sp>
      <p:sp>
        <p:nvSpPr>
          <p:cNvPr id="585" name="Google Shape;585;p10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.3 Text and photo slide - Black">
  <p:cSld name="CUSTOM_23_1_1_1_1_1_1_1_1_2_2"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101"/>
          <p:cNvSpPr/>
          <p:nvPr/>
        </p:nvSpPr>
        <p:spPr>
          <a:xfrm>
            <a:off x="3776475" y="-2275"/>
            <a:ext cx="53676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101"/>
          <p:cNvSpPr/>
          <p:nvPr>
            <p:ph idx="2" type="pic"/>
          </p:nvPr>
        </p:nvSpPr>
        <p:spPr>
          <a:xfrm>
            <a:off x="420625" y="320050"/>
            <a:ext cx="2935200" cy="4508100"/>
          </a:xfrm>
          <a:prstGeom prst="rect">
            <a:avLst/>
          </a:prstGeom>
          <a:noFill/>
          <a:ln>
            <a:noFill/>
          </a:ln>
        </p:spPr>
      </p:sp>
      <p:sp>
        <p:nvSpPr>
          <p:cNvPr id="589" name="Google Shape;589;p101"/>
          <p:cNvSpPr txBox="1"/>
          <p:nvPr>
            <p:ph type="title"/>
          </p:nvPr>
        </p:nvSpPr>
        <p:spPr>
          <a:xfrm>
            <a:off x="4197100" y="633350"/>
            <a:ext cx="4496700" cy="4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90" name="Google Shape;590;p101"/>
          <p:cNvSpPr txBox="1"/>
          <p:nvPr>
            <p:ph idx="1" type="body"/>
          </p:nvPr>
        </p:nvSpPr>
        <p:spPr>
          <a:xfrm>
            <a:off x="4197427" y="1103325"/>
            <a:ext cx="4496700" cy="30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1pPr>
            <a:lvl2pPr indent="-3302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2pPr>
            <a:lvl3pPr indent="-3302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3pPr>
            <a:lvl4pPr indent="-3302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4pPr>
            <a:lvl5pPr indent="-3302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5pPr>
            <a:lvl6pPr indent="-3302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6pPr>
            <a:lvl7pPr indent="-3302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7pPr>
            <a:lvl8pPr indent="-3302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8pPr>
            <a:lvl9pPr indent="-3302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91" name="Google Shape;591;p101"/>
          <p:cNvSpPr txBox="1"/>
          <p:nvPr>
            <p:ph idx="3" type="subTitle"/>
          </p:nvPr>
        </p:nvSpPr>
        <p:spPr>
          <a:xfrm>
            <a:off x="4199154" y="320050"/>
            <a:ext cx="4496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>
                <a:highlight>
                  <a:schemeClr val="accent1"/>
                </a:highlight>
              </a:defRPr>
            </a:lvl1pPr>
            <a:lvl2pPr lvl="1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/>
        </p:txBody>
      </p:sp>
      <p:sp>
        <p:nvSpPr>
          <p:cNvPr id="592" name="Google Shape;592;p10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.4 Text and photo slide - White">
  <p:cSld name="CUSTOM_23_1_1_1_1_1_1_1_1_1_2"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102"/>
          <p:cNvSpPr/>
          <p:nvPr>
            <p:ph idx="2" type="pic"/>
          </p:nvPr>
        </p:nvSpPr>
        <p:spPr>
          <a:xfrm>
            <a:off x="740675" y="990300"/>
            <a:ext cx="2194500" cy="2218800"/>
          </a:xfrm>
          <a:prstGeom prst="rect">
            <a:avLst/>
          </a:prstGeom>
          <a:noFill/>
          <a:ln>
            <a:noFill/>
          </a:ln>
        </p:spPr>
      </p:sp>
      <p:sp>
        <p:nvSpPr>
          <p:cNvPr id="595" name="Google Shape;595;p102"/>
          <p:cNvSpPr txBox="1"/>
          <p:nvPr>
            <p:ph type="title"/>
          </p:nvPr>
        </p:nvSpPr>
        <p:spPr>
          <a:xfrm>
            <a:off x="3776475" y="995350"/>
            <a:ext cx="4919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4400"/>
            </a:lvl1pPr>
            <a:lvl2pPr lvl="1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6" name="Google Shape;596;p102"/>
          <p:cNvSpPr txBox="1"/>
          <p:nvPr>
            <p:ph idx="1" type="subTitle"/>
          </p:nvPr>
        </p:nvSpPr>
        <p:spPr>
          <a:xfrm>
            <a:off x="3776475" y="640675"/>
            <a:ext cx="4919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highlight>
                  <a:schemeClr val="accent1"/>
                </a:highlight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97" name="Google Shape;597;p102"/>
          <p:cNvSpPr txBox="1"/>
          <p:nvPr>
            <p:ph idx="3" type="body"/>
          </p:nvPr>
        </p:nvSpPr>
        <p:spPr>
          <a:xfrm>
            <a:off x="3776475" y="1735875"/>
            <a:ext cx="4919400" cy="244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>
                <a:solidFill>
                  <a:schemeClr val="dk1"/>
                </a:solidFill>
              </a:defRPr>
            </a:lvl2pPr>
            <a:lvl3pPr indent="-228600" lvl="2" marL="1371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>
                <a:solidFill>
                  <a:schemeClr val="dk1"/>
                </a:solidFill>
              </a:defRPr>
            </a:lvl3pPr>
            <a:lvl4pPr indent="-228600" lvl="3" marL="1828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>
                <a:solidFill>
                  <a:schemeClr val="dk1"/>
                </a:solidFill>
              </a:defRPr>
            </a:lvl4pPr>
            <a:lvl5pPr indent="-228600" lvl="4" marL="22860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>
                <a:solidFill>
                  <a:schemeClr val="dk1"/>
                </a:solidFill>
              </a:defRPr>
            </a:lvl5pPr>
            <a:lvl6pPr indent="-228600" lvl="5" marL="27432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>
                <a:solidFill>
                  <a:schemeClr val="dk1"/>
                </a:solidFill>
              </a:defRPr>
            </a:lvl6pPr>
            <a:lvl7pPr indent="-228600" lvl="6" marL="32004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>
                <a:solidFill>
                  <a:schemeClr val="dk1"/>
                </a:solidFill>
              </a:defRPr>
            </a:lvl7pPr>
            <a:lvl8pPr indent="-228600" lvl="7" marL="3657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>
                <a:solidFill>
                  <a:schemeClr val="dk1"/>
                </a:solidFill>
              </a:defRPr>
            </a:lvl8pPr>
            <a:lvl9pPr indent="-228600" lvl="8" marL="4114800"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1600"/>
              <a:buNone/>
              <a:defRPr b="1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98" name="Google Shape;598;p10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.4 Text and photo slide - Black">
  <p:cSld name="CUSTOM_23_1_1_1_1_1_1_1_1_1_2_1">
    <p:bg>
      <p:bgPr>
        <a:solidFill>
          <a:schemeClr val="dk1"/>
        </a:solidFill>
      </p:bgPr>
    </p:bg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103"/>
          <p:cNvSpPr/>
          <p:nvPr>
            <p:ph idx="2" type="pic"/>
          </p:nvPr>
        </p:nvSpPr>
        <p:spPr>
          <a:xfrm>
            <a:off x="740675" y="990300"/>
            <a:ext cx="2194500" cy="2218800"/>
          </a:xfrm>
          <a:prstGeom prst="rect">
            <a:avLst/>
          </a:prstGeom>
          <a:noFill/>
          <a:ln>
            <a:noFill/>
          </a:ln>
        </p:spPr>
      </p:sp>
      <p:sp>
        <p:nvSpPr>
          <p:cNvPr id="601" name="Google Shape;601;p103"/>
          <p:cNvSpPr txBox="1"/>
          <p:nvPr>
            <p:ph type="title"/>
          </p:nvPr>
        </p:nvSpPr>
        <p:spPr>
          <a:xfrm>
            <a:off x="3776475" y="995350"/>
            <a:ext cx="4919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44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2" name="Google Shape;602;p103"/>
          <p:cNvSpPr txBox="1"/>
          <p:nvPr>
            <p:ph idx="1" type="subTitle"/>
          </p:nvPr>
        </p:nvSpPr>
        <p:spPr>
          <a:xfrm>
            <a:off x="3776475" y="640675"/>
            <a:ext cx="4919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highlight>
                  <a:schemeClr val="accent1"/>
                </a:highlight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03" name="Google Shape;603;p103"/>
          <p:cNvSpPr txBox="1"/>
          <p:nvPr>
            <p:ph idx="3" type="body"/>
          </p:nvPr>
        </p:nvSpPr>
        <p:spPr>
          <a:xfrm>
            <a:off x="3776475" y="1735875"/>
            <a:ext cx="4919400" cy="244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Clr>
                <a:schemeClr val="lt1"/>
              </a:buClr>
              <a:buSzPts val="1600"/>
              <a:buNone/>
              <a:defRPr b="1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4" name="Google Shape;604;p10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.5 Text and photo slide - Gold">
  <p:cSld name="CUSTOM_23_1_1_1_1_1_1_2_1_1_2"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104"/>
          <p:cNvSpPr txBox="1"/>
          <p:nvPr/>
        </p:nvSpPr>
        <p:spPr>
          <a:xfrm>
            <a:off x="0" y="0"/>
            <a:ext cx="4197000" cy="3904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104"/>
          <p:cNvSpPr/>
          <p:nvPr>
            <p:ph idx="2" type="pic"/>
          </p:nvPr>
        </p:nvSpPr>
        <p:spPr>
          <a:xfrm>
            <a:off x="420625" y="399050"/>
            <a:ext cx="4091400" cy="3777300"/>
          </a:xfrm>
          <a:prstGeom prst="rect">
            <a:avLst/>
          </a:prstGeom>
          <a:noFill/>
          <a:ln>
            <a:noFill/>
          </a:ln>
        </p:spPr>
      </p:sp>
      <p:sp>
        <p:nvSpPr>
          <p:cNvPr id="608" name="Google Shape;608;p104"/>
          <p:cNvSpPr txBox="1"/>
          <p:nvPr>
            <p:ph type="title"/>
          </p:nvPr>
        </p:nvSpPr>
        <p:spPr>
          <a:xfrm>
            <a:off x="4917825" y="633350"/>
            <a:ext cx="3776400" cy="4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/>
        </p:txBody>
      </p:sp>
      <p:sp>
        <p:nvSpPr>
          <p:cNvPr id="609" name="Google Shape;609;p104"/>
          <p:cNvSpPr txBox="1"/>
          <p:nvPr>
            <p:ph idx="1" type="body"/>
          </p:nvPr>
        </p:nvSpPr>
        <p:spPr>
          <a:xfrm>
            <a:off x="4918100" y="1103325"/>
            <a:ext cx="3776400" cy="30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610" name="Google Shape;610;p104"/>
          <p:cNvSpPr txBox="1"/>
          <p:nvPr>
            <p:ph idx="3" type="subTitle"/>
          </p:nvPr>
        </p:nvSpPr>
        <p:spPr>
          <a:xfrm>
            <a:off x="4919550" y="320050"/>
            <a:ext cx="377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>
                <a:highlight>
                  <a:schemeClr val="accent1"/>
                </a:highlight>
              </a:defRPr>
            </a:lvl1pPr>
            <a:lvl2pPr lvl="1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/>
        </p:txBody>
      </p:sp>
      <p:sp>
        <p:nvSpPr>
          <p:cNvPr id="611" name="Google Shape;611;p10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.5 Text and photo slide - Maroon">
  <p:cSld name="CUSTOM_23_1_1_1_1_1_1_2_1_1_2_1"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105"/>
          <p:cNvSpPr txBox="1"/>
          <p:nvPr/>
        </p:nvSpPr>
        <p:spPr>
          <a:xfrm>
            <a:off x="0" y="0"/>
            <a:ext cx="4197000" cy="3904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105"/>
          <p:cNvSpPr/>
          <p:nvPr>
            <p:ph idx="2" type="pic"/>
          </p:nvPr>
        </p:nvSpPr>
        <p:spPr>
          <a:xfrm>
            <a:off x="420625" y="399050"/>
            <a:ext cx="4091400" cy="3777300"/>
          </a:xfrm>
          <a:prstGeom prst="rect">
            <a:avLst/>
          </a:prstGeom>
          <a:noFill/>
          <a:ln>
            <a:noFill/>
          </a:ln>
        </p:spPr>
      </p:sp>
      <p:sp>
        <p:nvSpPr>
          <p:cNvPr id="615" name="Google Shape;615;p105"/>
          <p:cNvSpPr txBox="1"/>
          <p:nvPr>
            <p:ph type="title"/>
          </p:nvPr>
        </p:nvSpPr>
        <p:spPr>
          <a:xfrm>
            <a:off x="4917825" y="633350"/>
            <a:ext cx="3776400" cy="4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/>
        </p:txBody>
      </p:sp>
      <p:sp>
        <p:nvSpPr>
          <p:cNvPr id="616" name="Google Shape;616;p105"/>
          <p:cNvSpPr txBox="1"/>
          <p:nvPr>
            <p:ph idx="1" type="body"/>
          </p:nvPr>
        </p:nvSpPr>
        <p:spPr>
          <a:xfrm>
            <a:off x="4918100" y="1103325"/>
            <a:ext cx="3776400" cy="30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617" name="Google Shape;617;p105"/>
          <p:cNvSpPr txBox="1"/>
          <p:nvPr>
            <p:ph idx="3" type="subTitle"/>
          </p:nvPr>
        </p:nvSpPr>
        <p:spPr>
          <a:xfrm>
            <a:off x="4919550" y="320050"/>
            <a:ext cx="377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>
                <a:highlight>
                  <a:schemeClr val="accent1"/>
                </a:highlight>
              </a:defRPr>
            </a:lvl1pPr>
            <a:lvl2pPr lvl="1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/>
        </p:txBody>
      </p:sp>
      <p:sp>
        <p:nvSpPr>
          <p:cNvPr id="618" name="Google Shape;618;p10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.6 Text and photo slide - 1 photo - Gold">
  <p:cSld name="CUSTOM_22_1_1_1_1_1_1_1_1_1_1"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106"/>
          <p:cNvSpPr/>
          <p:nvPr/>
        </p:nvSpPr>
        <p:spPr>
          <a:xfrm>
            <a:off x="7863850" y="-2275"/>
            <a:ext cx="12801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1" name="Google Shape;621;p106"/>
          <p:cNvSpPr/>
          <p:nvPr>
            <p:ph idx="2" type="pic"/>
          </p:nvPr>
        </p:nvSpPr>
        <p:spPr>
          <a:xfrm>
            <a:off x="5038350" y="320050"/>
            <a:ext cx="3767100" cy="4508100"/>
          </a:xfrm>
          <a:prstGeom prst="rect">
            <a:avLst/>
          </a:prstGeom>
          <a:noFill/>
          <a:ln>
            <a:noFill/>
          </a:ln>
        </p:spPr>
      </p:sp>
      <p:sp>
        <p:nvSpPr>
          <p:cNvPr id="622" name="Google Shape;622;p106"/>
          <p:cNvSpPr txBox="1"/>
          <p:nvPr>
            <p:ph type="title"/>
          </p:nvPr>
        </p:nvSpPr>
        <p:spPr>
          <a:xfrm>
            <a:off x="420625" y="633350"/>
            <a:ext cx="4103700" cy="4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/>
        </p:txBody>
      </p:sp>
      <p:sp>
        <p:nvSpPr>
          <p:cNvPr id="623" name="Google Shape;623;p106"/>
          <p:cNvSpPr txBox="1"/>
          <p:nvPr>
            <p:ph idx="1" type="body"/>
          </p:nvPr>
        </p:nvSpPr>
        <p:spPr>
          <a:xfrm>
            <a:off x="420924" y="1103325"/>
            <a:ext cx="4103700" cy="30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624" name="Google Shape;624;p106"/>
          <p:cNvSpPr txBox="1"/>
          <p:nvPr>
            <p:ph idx="3" type="subTitle"/>
          </p:nvPr>
        </p:nvSpPr>
        <p:spPr>
          <a:xfrm>
            <a:off x="422500" y="320050"/>
            <a:ext cx="4103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>
                <a:highlight>
                  <a:schemeClr val="accent1"/>
                </a:highlight>
              </a:defRPr>
            </a:lvl1pPr>
            <a:lvl2pPr lvl="1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/>
        </p:txBody>
      </p:sp>
      <p:sp>
        <p:nvSpPr>
          <p:cNvPr id="625" name="Google Shape;625;p10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.6 Text and photo slide - 1 photo - Maroon">
  <p:cSld name="CUSTOM_22_1_1_1_1_1_1_1_1_1_1_2"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107"/>
          <p:cNvSpPr/>
          <p:nvPr/>
        </p:nvSpPr>
        <p:spPr>
          <a:xfrm>
            <a:off x="7863850" y="-2275"/>
            <a:ext cx="12801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8" name="Google Shape;628;p107"/>
          <p:cNvSpPr/>
          <p:nvPr>
            <p:ph idx="2" type="pic"/>
          </p:nvPr>
        </p:nvSpPr>
        <p:spPr>
          <a:xfrm>
            <a:off x="5038350" y="320050"/>
            <a:ext cx="3767100" cy="4508100"/>
          </a:xfrm>
          <a:prstGeom prst="rect">
            <a:avLst/>
          </a:prstGeom>
          <a:noFill/>
          <a:ln>
            <a:noFill/>
          </a:ln>
        </p:spPr>
      </p:sp>
      <p:sp>
        <p:nvSpPr>
          <p:cNvPr id="629" name="Google Shape;629;p107"/>
          <p:cNvSpPr txBox="1"/>
          <p:nvPr>
            <p:ph type="title"/>
          </p:nvPr>
        </p:nvSpPr>
        <p:spPr>
          <a:xfrm>
            <a:off x="420625" y="633350"/>
            <a:ext cx="4103700" cy="4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/>
        </p:txBody>
      </p:sp>
      <p:sp>
        <p:nvSpPr>
          <p:cNvPr id="630" name="Google Shape;630;p107"/>
          <p:cNvSpPr txBox="1"/>
          <p:nvPr>
            <p:ph idx="1" type="body"/>
          </p:nvPr>
        </p:nvSpPr>
        <p:spPr>
          <a:xfrm>
            <a:off x="420924" y="1103325"/>
            <a:ext cx="4103700" cy="30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631" name="Google Shape;631;p107"/>
          <p:cNvSpPr txBox="1"/>
          <p:nvPr>
            <p:ph idx="3" type="subTitle"/>
          </p:nvPr>
        </p:nvSpPr>
        <p:spPr>
          <a:xfrm>
            <a:off x="422500" y="320050"/>
            <a:ext cx="4103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>
                <a:highlight>
                  <a:schemeClr val="accent1"/>
                </a:highlight>
              </a:defRPr>
            </a:lvl1pPr>
            <a:lvl2pPr lvl="1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/>
        </p:txBody>
      </p:sp>
      <p:sp>
        <p:nvSpPr>
          <p:cNvPr id="632" name="Google Shape;632;p10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.6 Text and photo slide - 3 photo - Gold">
  <p:cSld name="CUSTOM_23_1_1_1_1_2_1_1_1_1_1"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108"/>
          <p:cNvSpPr/>
          <p:nvPr/>
        </p:nvSpPr>
        <p:spPr>
          <a:xfrm>
            <a:off x="6611100" y="-2275"/>
            <a:ext cx="25329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5" name="Google Shape;635;p108"/>
          <p:cNvSpPr/>
          <p:nvPr>
            <p:ph idx="2" type="pic"/>
          </p:nvPr>
        </p:nvSpPr>
        <p:spPr>
          <a:xfrm>
            <a:off x="7452350" y="530400"/>
            <a:ext cx="1353000" cy="4108500"/>
          </a:xfrm>
          <a:prstGeom prst="rect">
            <a:avLst/>
          </a:prstGeom>
          <a:noFill/>
          <a:ln>
            <a:noFill/>
          </a:ln>
        </p:spPr>
      </p:sp>
      <p:sp>
        <p:nvSpPr>
          <p:cNvPr id="636" name="Google Shape;636;p108"/>
          <p:cNvSpPr/>
          <p:nvPr>
            <p:ph idx="3" type="pic"/>
          </p:nvPr>
        </p:nvSpPr>
        <p:spPr>
          <a:xfrm>
            <a:off x="4617725" y="530400"/>
            <a:ext cx="2782500" cy="1997700"/>
          </a:xfrm>
          <a:prstGeom prst="rect">
            <a:avLst/>
          </a:prstGeom>
          <a:noFill/>
          <a:ln>
            <a:noFill/>
          </a:ln>
        </p:spPr>
      </p:sp>
      <p:sp>
        <p:nvSpPr>
          <p:cNvPr id="637" name="Google Shape;637;p108"/>
          <p:cNvSpPr/>
          <p:nvPr>
            <p:ph idx="4" type="pic"/>
          </p:nvPr>
        </p:nvSpPr>
        <p:spPr>
          <a:xfrm>
            <a:off x="4617725" y="2599800"/>
            <a:ext cx="2782500" cy="2039100"/>
          </a:xfrm>
          <a:prstGeom prst="rect">
            <a:avLst/>
          </a:prstGeom>
          <a:noFill/>
          <a:ln>
            <a:noFill/>
          </a:ln>
        </p:spPr>
      </p:sp>
      <p:sp>
        <p:nvSpPr>
          <p:cNvPr id="638" name="Google Shape;638;p108"/>
          <p:cNvSpPr txBox="1"/>
          <p:nvPr>
            <p:ph type="title"/>
          </p:nvPr>
        </p:nvSpPr>
        <p:spPr>
          <a:xfrm>
            <a:off x="420625" y="633350"/>
            <a:ext cx="3665100" cy="4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/>
        </p:txBody>
      </p:sp>
      <p:sp>
        <p:nvSpPr>
          <p:cNvPr id="639" name="Google Shape;639;p108"/>
          <p:cNvSpPr txBox="1"/>
          <p:nvPr>
            <p:ph idx="1" type="body"/>
          </p:nvPr>
        </p:nvSpPr>
        <p:spPr>
          <a:xfrm>
            <a:off x="420892" y="1103325"/>
            <a:ext cx="3665100" cy="30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640" name="Google Shape;640;p108"/>
          <p:cNvSpPr txBox="1"/>
          <p:nvPr>
            <p:ph idx="5" type="subTitle"/>
          </p:nvPr>
        </p:nvSpPr>
        <p:spPr>
          <a:xfrm>
            <a:off x="422299" y="320050"/>
            <a:ext cx="3665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>
                <a:highlight>
                  <a:schemeClr val="accent1"/>
                </a:highlight>
              </a:defRPr>
            </a:lvl1pPr>
            <a:lvl2pPr lvl="1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/>
        </p:txBody>
      </p:sp>
      <p:sp>
        <p:nvSpPr>
          <p:cNvPr id="641" name="Google Shape;641;p10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.6 Text and photo slide - 3 photo - Maroon">
  <p:cSld name="CUSTOM_23_1_1_1_1_2_1_1_1_1_1_1"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109"/>
          <p:cNvSpPr/>
          <p:nvPr/>
        </p:nvSpPr>
        <p:spPr>
          <a:xfrm>
            <a:off x="6611100" y="-2275"/>
            <a:ext cx="25329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4" name="Google Shape;644;p109"/>
          <p:cNvSpPr/>
          <p:nvPr>
            <p:ph idx="2" type="pic"/>
          </p:nvPr>
        </p:nvSpPr>
        <p:spPr>
          <a:xfrm>
            <a:off x="7452350" y="530400"/>
            <a:ext cx="1353000" cy="4108500"/>
          </a:xfrm>
          <a:prstGeom prst="rect">
            <a:avLst/>
          </a:prstGeom>
          <a:noFill/>
          <a:ln>
            <a:noFill/>
          </a:ln>
        </p:spPr>
      </p:sp>
      <p:sp>
        <p:nvSpPr>
          <p:cNvPr id="645" name="Google Shape;645;p109"/>
          <p:cNvSpPr/>
          <p:nvPr>
            <p:ph idx="3" type="pic"/>
          </p:nvPr>
        </p:nvSpPr>
        <p:spPr>
          <a:xfrm>
            <a:off x="4617725" y="530400"/>
            <a:ext cx="2782500" cy="1997700"/>
          </a:xfrm>
          <a:prstGeom prst="rect">
            <a:avLst/>
          </a:prstGeom>
          <a:noFill/>
          <a:ln>
            <a:noFill/>
          </a:ln>
        </p:spPr>
      </p:sp>
      <p:sp>
        <p:nvSpPr>
          <p:cNvPr id="646" name="Google Shape;646;p109"/>
          <p:cNvSpPr/>
          <p:nvPr>
            <p:ph idx="4" type="pic"/>
          </p:nvPr>
        </p:nvSpPr>
        <p:spPr>
          <a:xfrm>
            <a:off x="4617725" y="2599800"/>
            <a:ext cx="2782500" cy="2039100"/>
          </a:xfrm>
          <a:prstGeom prst="rect">
            <a:avLst/>
          </a:prstGeom>
          <a:noFill/>
          <a:ln>
            <a:noFill/>
          </a:ln>
        </p:spPr>
      </p:sp>
      <p:sp>
        <p:nvSpPr>
          <p:cNvPr id="647" name="Google Shape;647;p109"/>
          <p:cNvSpPr txBox="1"/>
          <p:nvPr>
            <p:ph type="title"/>
          </p:nvPr>
        </p:nvSpPr>
        <p:spPr>
          <a:xfrm>
            <a:off x="420625" y="633350"/>
            <a:ext cx="3665100" cy="4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/>
        </p:txBody>
      </p:sp>
      <p:sp>
        <p:nvSpPr>
          <p:cNvPr id="648" name="Google Shape;648;p109"/>
          <p:cNvSpPr txBox="1"/>
          <p:nvPr>
            <p:ph idx="1" type="body"/>
          </p:nvPr>
        </p:nvSpPr>
        <p:spPr>
          <a:xfrm>
            <a:off x="420892" y="1103325"/>
            <a:ext cx="3665100" cy="30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649" name="Google Shape;649;p109"/>
          <p:cNvSpPr txBox="1"/>
          <p:nvPr>
            <p:ph idx="5" type="subTitle"/>
          </p:nvPr>
        </p:nvSpPr>
        <p:spPr>
          <a:xfrm>
            <a:off x="422299" y="320050"/>
            <a:ext cx="3665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>
                <a:highlight>
                  <a:schemeClr val="accent1"/>
                </a:highlight>
              </a:defRPr>
            </a:lvl1pPr>
            <a:lvl2pPr lvl="1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/>
        </p:txBody>
      </p:sp>
      <p:sp>
        <p:nvSpPr>
          <p:cNvPr id="650" name="Google Shape;650;p10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.7 Text and photo slide - Gold">
  <p:cSld name="CUSTOM_23_1_1_1_1_1_1_1_1_1_1_2"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110"/>
          <p:cNvSpPr/>
          <p:nvPr/>
        </p:nvSpPr>
        <p:spPr>
          <a:xfrm>
            <a:off x="5087375" y="315475"/>
            <a:ext cx="3781500" cy="4512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3" name="Google Shape;653;p110"/>
          <p:cNvSpPr/>
          <p:nvPr>
            <p:ph idx="2" type="pic"/>
          </p:nvPr>
        </p:nvSpPr>
        <p:spPr>
          <a:xfrm>
            <a:off x="5362500" y="561175"/>
            <a:ext cx="3781500" cy="4021200"/>
          </a:xfrm>
          <a:prstGeom prst="rect">
            <a:avLst/>
          </a:prstGeom>
          <a:noFill/>
          <a:ln>
            <a:noFill/>
          </a:ln>
        </p:spPr>
      </p:sp>
      <p:sp>
        <p:nvSpPr>
          <p:cNvPr id="654" name="Google Shape;654;p110"/>
          <p:cNvSpPr txBox="1"/>
          <p:nvPr>
            <p:ph type="title"/>
          </p:nvPr>
        </p:nvSpPr>
        <p:spPr>
          <a:xfrm>
            <a:off x="420625" y="633350"/>
            <a:ext cx="4103700" cy="3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/>
        </p:txBody>
      </p:sp>
      <p:sp>
        <p:nvSpPr>
          <p:cNvPr id="655" name="Google Shape;655;p110"/>
          <p:cNvSpPr txBox="1"/>
          <p:nvPr>
            <p:ph idx="1" type="body"/>
          </p:nvPr>
        </p:nvSpPr>
        <p:spPr>
          <a:xfrm>
            <a:off x="420924" y="1103325"/>
            <a:ext cx="4103700" cy="30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656" name="Google Shape;656;p110"/>
          <p:cNvSpPr txBox="1"/>
          <p:nvPr>
            <p:ph idx="3" type="subTitle"/>
          </p:nvPr>
        </p:nvSpPr>
        <p:spPr>
          <a:xfrm>
            <a:off x="422500" y="320050"/>
            <a:ext cx="4103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>
                <a:highlight>
                  <a:schemeClr val="accent1"/>
                </a:highlight>
              </a:defRPr>
            </a:lvl1pPr>
            <a:lvl2pPr lvl="1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/>
        </p:txBody>
      </p:sp>
      <p:sp>
        <p:nvSpPr>
          <p:cNvPr id="657" name="Google Shape;657;p11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.7 Text and photo slide - Maroon">
  <p:cSld name="CUSTOM_23_1_1_1_1_1_1_1_1_1_1_2_1"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111"/>
          <p:cNvSpPr/>
          <p:nvPr/>
        </p:nvSpPr>
        <p:spPr>
          <a:xfrm>
            <a:off x="5087375" y="315475"/>
            <a:ext cx="3781500" cy="4512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0" name="Google Shape;660;p111"/>
          <p:cNvSpPr/>
          <p:nvPr>
            <p:ph idx="2" type="pic"/>
          </p:nvPr>
        </p:nvSpPr>
        <p:spPr>
          <a:xfrm>
            <a:off x="5362500" y="561175"/>
            <a:ext cx="3781500" cy="4021200"/>
          </a:xfrm>
          <a:prstGeom prst="rect">
            <a:avLst/>
          </a:prstGeom>
          <a:noFill/>
          <a:ln>
            <a:noFill/>
          </a:ln>
        </p:spPr>
      </p:sp>
      <p:sp>
        <p:nvSpPr>
          <p:cNvPr id="661" name="Google Shape;661;p111"/>
          <p:cNvSpPr txBox="1"/>
          <p:nvPr>
            <p:ph type="title"/>
          </p:nvPr>
        </p:nvSpPr>
        <p:spPr>
          <a:xfrm>
            <a:off x="420625" y="633350"/>
            <a:ext cx="4103700" cy="3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/>
        </p:txBody>
      </p:sp>
      <p:sp>
        <p:nvSpPr>
          <p:cNvPr id="662" name="Google Shape;662;p111"/>
          <p:cNvSpPr txBox="1"/>
          <p:nvPr>
            <p:ph idx="1" type="body"/>
          </p:nvPr>
        </p:nvSpPr>
        <p:spPr>
          <a:xfrm>
            <a:off x="420924" y="1103325"/>
            <a:ext cx="4103700" cy="30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663" name="Google Shape;663;p111"/>
          <p:cNvSpPr txBox="1"/>
          <p:nvPr>
            <p:ph idx="3" type="subTitle"/>
          </p:nvPr>
        </p:nvSpPr>
        <p:spPr>
          <a:xfrm>
            <a:off x="422500" y="320050"/>
            <a:ext cx="4103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>
                <a:highlight>
                  <a:schemeClr val="accent1"/>
                </a:highlight>
              </a:defRPr>
            </a:lvl1pPr>
            <a:lvl2pPr lvl="1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/>
        </p:txBody>
      </p:sp>
      <p:sp>
        <p:nvSpPr>
          <p:cNvPr id="664" name="Google Shape;664;p11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.8 Text and photo slide - Gold">
  <p:cSld name="CUSTOM_23_1_1_2_1_1_1_1_1_1_1"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112"/>
          <p:cNvSpPr/>
          <p:nvPr/>
        </p:nvSpPr>
        <p:spPr>
          <a:xfrm>
            <a:off x="320050" y="886975"/>
            <a:ext cx="7543800" cy="337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7" name="Google Shape;667;p112"/>
          <p:cNvSpPr txBox="1"/>
          <p:nvPr>
            <p:ph type="title"/>
          </p:nvPr>
        </p:nvSpPr>
        <p:spPr>
          <a:xfrm>
            <a:off x="600075" y="1144150"/>
            <a:ext cx="2335200" cy="6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68" name="Google Shape;668;p112"/>
          <p:cNvSpPr txBox="1"/>
          <p:nvPr>
            <p:ph idx="1" type="body"/>
          </p:nvPr>
        </p:nvSpPr>
        <p:spPr>
          <a:xfrm>
            <a:off x="591625" y="1873100"/>
            <a:ext cx="2343600" cy="20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669" name="Google Shape;669;p112"/>
          <p:cNvSpPr/>
          <p:nvPr>
            <p:ph idx="2" type="pic"/>
          </p:nvPr>
        </p:nvSpPr>
        <p:spPr>
          <a:xfrm>
            <a:off x="7182184" y="1314775"/>
            <a:ext cx="1961700" cy="25188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0" name="Google Shape;670;p112"/>
          <p:cNvSpPr/>
          <p:nvPr>
            <p:ph idx="3" type="pic"/>
          </p:nvPr>
        </p:nvSpPr>
        <p:spPr>
          <a:xfrm>
            <a:off x="5218730" y="1314775"/>
            <a:ext cx="1961700" cy="25188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1" name="Google Shape;671;p112"/>
          <p:cNvSpPr/>
          <p:nvPr>
            <p:ph idx="4" type="pic"/>
          </p:nvPr>
        </p:nvSpPr>
        <p:spPr>
          <a:xfrm>
            <a:off x="3255275" y="1314775"/>
            <a:ext cx="1961700" cy="25188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2" name="Google Shape;672;p11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.8 Text and photo slide - Black">
  <p:cSld name="CUSTOM_23_1_1_2_1_1_1_1_1_1_1_1"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113"/>
          <p:cNvSpPr/>
          <p:nvPr/>
        </p:nvSpPr>
        <p:spPr>
          <a:xfrm>
            <a:off x="320050" y="886975"/>
            <a:ext cx="7543800" cy="3374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5" name="Google Shape;675;p113"/>
          <p:cNvSpPr txBox="1"/>
          <p:nvPr>
            <p:ph type="title"/>
          </p:nvPr>
        </p:nvSpPr>
        <p:spPr>
          <a:xfrm>
            <a:off x="600075" y="1144150"/>
            <a:ext cx="2335200" cy="6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6" name="Google Shape;676;p113"/>
          <p:cNvSpPr txBox="1"/>
          <p:nvPr>
            <p:ph idx="1" type="body"/>
          </p:nvPr>
        </p:nvSpPr>
        <p:spPr>
          <a:xfrm>
            <a:off x="591625" y="1873100"/>
            <a:ext cx="2343600" cy="20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 sz="1400"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 sz="1400"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 sz="1400"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 sz="1400"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 sz="1400"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400"/>
              <a:buChar char="■"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7" name="Google Shape;677;p113"/>
          <p:cNvSpPr/>
          <p:nvPr>
            <p:ph idx="2" type="pic"/>
          </p:nvPr>
        </p:nvSpPr>
        <p:spPr>
          <a:xfrm>
            <a:off x="7182184" y="1314775"/>
            <a:ext cx="1961700" cy="25188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8" name="Google Shape;678;p113"/>
          <p:cNvSpPr/>
          <p:nvPr>
            <p:ph idx="3" type="pic"/>
          </p:nvPr>
        </p:nvSpPr>
        <p:spPr>
          <a:xfrm>
            <a:off x="5218730" y="1314775"/>
            <a:ext cx="1961700" cy="25188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9" name="Google Shape;679;p113"/>
          <p:cNvSpPr/>
          <p:nvPr>
            <p:ph idx="4" type="pic"/>
          </p:nvPr>
        </p:nvSpPr>
        <p:spPr>
          <a:xfrm>
            <a:off x="3255275" y="1314775"/>
            <a:ext cx="1961700" cy="25188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0" name="Google Shape;680;p1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.9 Text and photo slide - 3 cards">
  <p:cSld name="CUSTOM_25_1_1_2"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114"/>
          <p:cNvSpPr/>
          <p:nvPr/>
        </p:nvSpPr>
        <p:spPr>
          <a:xfrm>
            <a:off x="420625" y="994550"/>
            <a:ext cx="2414100" cy="3416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3" name="Google Shape;683;p114"/>
          <p:cNvSpPr txBox="1"/>
          <p:nvPr>
            <p:ph idx="1" type="body"/>
          </p:nvPr>
        </p:nvSpPr>
        <p:spPr>
          <a:xfrm>
            <a:off x="627850" y="2823950"/>
            <a:ext cx="1984500" cy="13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4" name="Google Shape;684;p114"/>
          <p:cNvSpPr/>
          <p:nvPr>
            <p:ph idx="2" type="pic"/>
          </p:nvPr>
        </p:nvSpPr>
        <p:spPr>
          <a:xfrm>
            <a:off x="420625" y="994550"/>
            <a:ext cx="2414100" cy="1337400"/>
          </a:xfrm>
          <a:prstGeom prst="rect">
            <a:avLst/>
          </a:prstGeom>
          <a:noFill/>
          <a:ln>
            <a:noFill/>
          </a:ln>
        </p:spPr>
      </p:sp>
      <p:sp>
        <p:nvSpPr>
          <p:cNvPr id="685" name="Google Shape;685;p114"/>
          <p:cNvSpPr txBox="1"/>
          <p:nvPr>
            <p:ph idx="3" type="subTitle"/>
          </p:nvPr>
        </p:nvSpPr>
        <p:spPr>
          <a:xfrm>
            <a:off x="631983" y="2504375"/>
            <a:ext cx="1980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/>
            </a:lvl1pPr>
            <a:lvl2pPr lvl="1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/>
        </p:txBody>
      </p:sp>
      <p:sp>
        <p:nvSpPr>
          <p:cNvPr id="686" name="Google Shape;686;p114"/>
          <p:cNvSpPr txBox="1"/>
          <p:nvPr>
            <p:ph type="title"/>
          </p:nvPr>
        </p:nvSpPr>
        <p:spPr>
          <a:xfrm>
            <a:off x="420625" y="320050"/>
            <a:ext cx="8275200" cy="4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highlight>
                  <a:schemeClr val="accent1"/>
                </a:highlight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87" name="Google Shape;687;p114"/>
          <p:cNvSpPr/>
          <p:nvPr/>
        </p:nvSpPr>
        <p:spPr>
          <a:xfrm>
            <a:off x="3364950" y="994550"/>
            <a:ext cx="2414100" cy="3416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8" name="Google Shape;688;p114"/>
          <p:cNvSpPr txBox="1"/>
          <p:nvPr>
            <p:ph idx="4" type="body"/>
          </p:nvPr>
        </p:nvSpPr>
        <p:spPr>
          <a:xfrm>
            <a:off x="3572175" y="2823950"/>
            <a:ext cx="1984500" cy="13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9" name="Google Shape;689;p114"/>
          <p:cNvSpPr/>
          <p:nvPr>
            <p:ph idx="5" type="pic"/>
          </p:nvPr>
        </p:nvSpPr>
        <p:spPr>
          <a:xfrm>
            <a:off x="3364950" y="994550"/>
            <a:ext cx="2414100" cy="1337400"/>
          </a:xfrm>
          <a:prstGeom prst="rect">
            <a:avLst/>
          </a:prstGeom>
          <a:noFill/>
          <a:ln>
            <a:noFill/>
          </a:ln>
        </p:spPr>
      </p:sp>
      <p:sp>
        <p:nvSpPr>
          <p:cNvPr id="690" name="Google Shape;690;p114"/>
          <p:cNvSpPr txBox="1"/>
          <p:nvPr>
            <p:ph idx="6" type="subTitle"/>
          </p:nvPr>
        </p:nvSpPr>
        <p:spPr>
          <a:xfrm>
            <a:off x="3576308" y="2504375"/>
            <a:ext cx="1980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/>
            </a:lvl1pPr>
            <a:lvl2pPr lvl="1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/>
        </p:txBody>
      </p:sp>
      <p:sp>
        <p:nvSpPr>
          <p:cNvPr id="691" name="Google Shape;691;p114"/>
          <p:cNvSpPr/>
          <p:nvPr/>
        </p:nvSpPr>
        <p:spPr>
          <a:xfrm>
            <a:off x="6281850" y="994550"/>
            <a:ext cx="2414100" cy="3416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2" name="Google Shape;692;p114"/>
          <p:cNvSpPr txBox="1"/>
          <p:nvPr>
            <p:ph idx="7" type="body"/>
          </p:nvPr>
        </p:nvSpPr>
        <p:spPr>
          <a:xfrm>
            <a:off x="6489075" y="2823950"/>
            <a:ext cx="1984500" cy="13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3" name="Google Shape;693;p114"/>
          <p:cNvSpPr/>
          <p:nvPr>
            <p:ph idx="8" type="pic"/>
          </p:nvPr>
        </p:nvSpPr>
        <p:spPr>
          <a:xfrm>
            <a:off x="6281850" y="994550"/>
            <a:ext cx="2414100" cy="1337400"/>
          </a:xfrm>
          <a:prstGeom prst="rect">
            <a:avLst/>
          </a:prstGeom>
          <a:noFill/>
          <a:ln>
            <a:noFill/>
          </a:ln>
        </p:spPr>
      </p:sp>
      <p:sp>
        <p:nvSpPr>
          <p:cNvPr id="694" name="Google Shape;694;p114"/>
          <p:cNvSpPr txBox="1"/>
          <p:nvPr>
            <p:ph idx="9" type="subTitle"/>
          </p:nvPr>
        </p:nvSpPr>
        <p:spPr>
          <a:xfrm>
            <a:off x="6493208" y="2504375"/>
            <a:ext cx="1980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/>
            </a:lvl1pPr>
            <a:lvl2pPr lvl="1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/>
        </p:txBody>
      </p:sp>
      <p:sp>
        <p:nvSpPr>
          <p:cNvPr id="695" name="Google Shape;695;p11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.9 Text and photo slide - 4 cards">
  <p:cSld name="CUSTOM_25_1_1_2_1"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115"/>
          <p:cNvSpPr/>
          <p:nvPr/>
        </p:nvSpPr>
        <p:spPr>
          <a:xfrm>
            <a:off x="420625" y="994550"/>
            <a:ext cx="1993500" cy="3416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8" name="Google Shape;698;p115"/>
          <p:cNvSpPr txBox="1"/>
          <p:nvPr>
            <p:ph idx="1" type="body"/>
          </p:nvPr>
        </p:nvSpPr>
        <p:spPr>
          <a:xfrm>
            <a:off x="591737" y="2823950"/>
            <a:ext cx="1638600" cy="13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9" name="Google Shape;699;p115"/>
          <p:cNvSpPr/>
          <p:nvPr>
            <p:ph idx="2" type="pic"/>
          </p:nvPr>
        </p:nvSpPr>
        <p:spPr>
          <a:xfrm>
            <a:off x="420625" y="994550"/>
            <a:ext cx="1993500" cy="1337400"/>
          </a:xfrm>
          <a:prstGeom prst="rect">
            <a:avLst/>
          </a:prstGeom>
          <a:noFill/>
          <a:ln>
            <a:noFill/>
          </a:ln>
        </p:spPr>
      </p:sp>
      <p:sp>
        <p:nvSpPr>
          <p:cNvPr id="700" name="Google Shape;700;p115"/>
          <p:cNvSpPr txBox="1"/>
          <p:nvPr>
            <p:ph idx="3" type="subTitle"/>
          </p:nvPr>
        </p:nvSpPr>
        <p:spPr>
          <a:xfrm>
            <a:off x="595150" y="2504375"/>
            <a:ext cx="163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/>
            </a:lvl1pPr>
            <a:lvl2pPr lvl="1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/>
        </p:txBody>
      </p:sp>
      <p:sp>
        <p:nvSpPr>
          <p:cNvPr id="701" name="Google Shape;701;p115"/>
          <p:cNvSpPr txBox="1"/>
          <p:nvPr>
            <p:ph type="title"/>
          </p:nvPr>
        </p:nvSpPr>
        <p:spPr>
          <a:xfrm>
            <a:off x="420625" y="320050"/>
            <a:ext cx="8275200" cy="4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highlight>
                  <a:schemeClr val="accent1"/>
                </a:highlight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02" name="Google Shape;702;p115"/>
          <p:cNvSpPr/>
          <p:nvPr/>
        </p:nvSpPr>
        <p:spPr>
          <a:xfrm>
            <a:off x="2514600" y="994550"/>
            <a:ext cx="1993500" cy="3416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3" name="Google Shape;703;p115"/>
          <p:cNvSpPr txBox="1"/>
          <p:nvPr>
            <p:ph idx="4" type="body"/>
          </p:nvPr>
        </p:nvSpPr>
        <p:spPr>
          <a:xfrm>
            <a:off x="2685712" y="2823950"/>
            <a:ext cx="1638600" cy="13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04" name="Google Shape;704;p115"/>
          <p:cNvSpPr/>
          <p:nvPr>
            <p:ph idx="5" type="pic"/>
          </p:nvPr>
        </p:nvSpPr>
        <p:spPr>
          <a:xfrm>
            <a:off x="2514600" y="994550"/>
            <a:ext cx="1993500" cy="1337400"/>
          </a:xfrm>
          <a:prstGeom prst="rect">
            <a:avLst/>
          </a:prstGeom>
          <a:noFill/>
          <a:ln>
            <a:noFill/>
          </a:ln>
        </p:spPr>
      </p:sp>
      <p:sp>
        <p:nvSpPr>
          <p:cNvPr id="705" name="Google Shape;705;p115"/>
          <p:cNvSpPr txBox="1"/>
          <p:nvPr>
            <p:ph idx="6" type="subTitle"/>
          </p:nvPr>
        </p:nvSpPr>
        <p:spPr>
          <a:xfrm>
            <a:off x="2689125" y="2504375"/>
            <a:ext cx="163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/>
            </a:lvl1pPr>
            <a:lvl2pPr lvl="1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/>
        </p:txBody>
      </p:sp>
      <p:sp>
        <p:nvSpPr>
          <p:cNvPr id="706" name="Google Shape;706;p115"/>
          <p:cNvSpPr/>
          <p:nvPr/>
        </p:nvSpPr>
        <p:spPr>
          <a:xfrm>
            <a:off x="4617725" y="994550"/>
            <a:ext cx="1993500" cy="3416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7" name="Google Shape;707;p115"/>
          <p:cNvSpPr txBox="1"/>
          <p:nvPr>
            <p:ph idx="7" type="body"/>
          </p:nvPr>
        </p:nvSpPr>
        <p:spPr>
          <a:xfrm>
            <a:off x="4788837" y="2823950"/>
            <a:ext cx="1638600" cy="13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08" name="Google Shape;708;p115"/>
          <p:cNvSpPr/>
          <p:nvPr>
            <p:ph idx="8" type="pic"/>
          </p:nvPr>
        </p:nvSpPr>
        <p:spPr>
          <a:xfrm>
            <a:off x="4617725" y="994550"/>
            <a:ext cx="1993500" cy="1337400"/>
          </a:xfrm>
          <a:prstGeom prst="rect">
            <a:avLst/>
          </a:prstGeom>
          <a:noFill/>
          <a:ln>
            <a:noFill/>
          </a:ln>
        </p:spPr>
      </p:sp>
      <p:sp>
        <p:nvSpPr>
          <p:cNvPr id="709" name="Google Shape;709;p115"/>
          <p:cNvSpPr txBox="1"/>
          <p:nvPr>
            <p:ph idx="9" type="subTitle"/>
          </p:nvPr>
        </p:nvSpPr>
        <p:spPr>
          <a:xfrm>
            <a:off x="4792250" y="2504375"/>
            <a:ext cx="163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/>
            </a:lvl1pPr>
            <a:lvl2pPr lvl="1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/>
        </p:txBody>
      </p:sp>
      <p:sp>
        <p:nvSpPr>
          <p:cNvPr id="710" name="Google Shape;710;p115"/>
          <p:cNvSpPr/>
          <p:nvPr/>
        </p:nvSpPr>
        <p:spPr>
          <a:xfrm>
            <a:off x="6702325" y="994550"/>
            <a:ext cx="1993500" cy="3416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1" name="Google Shape;711;p115"/>
          <p:cNvSpPr txBox="1"/>
          <p:nvPr>
            <p:ph idx="13" type="body"/>
          </p:nvPr>
        </p:nvSpPr>
        <p:spPr>
          <a:xfrm>
            <a:off x="6873437" y="2823950"/>
            <a:ext cx="1638600" cy="13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12" name="Google Shape;712;p115"/>
          <p:cNvSpPr/>
          <p:nvPr>
            <p:ph idx="14" type="pic"/>
          </p:nvPr>
        </p:nvSpPr>
        <p:spPr>
          <a:xfrm>
            <a:off x="6702325" y="994550"/>
            <a:ext cx="1993500" cy="1337400"/>
          </a:xfrm>
          <a:prstGeom prst="rect">
            <a:avLst/>
          </a:prstGeom>
          <a:noFill/>
          <a:ln>
            <a:noFill/>
          </a:ln>
        </p:spPr>
      </p:sp>
      <p:sp>
        <p:nvSpPr>
          <p:cNvPr id="713" name="Google Shape;713;p115"/>
          <p:cNvSpPr txBox="1"/>
          <p:nvPr>
            <p:ph idx="15" type="subTitle"/>
          </p:nvPr>
        </p:nvSpPr>
        <p:spPr>
          <a:xfrm>
            <a:off x="6876850" y="2504375"/>
            <a:ext cx="163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/>
            </a:lvl1pPr>
            <a:lvl2pPr lvl="1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/>
        </p:txBody>
      </p:sp>
      <p:sp>
        <p:nvSpPr>
          <p:cNvPr id="714" name="Google Shape;714;p11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.10 Text and photo slide - Right">
  <p:cSld name="CUSTOM_22_1_1_1_1_1_1_2_1_1_1"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116"/>
          <p:cNvSpPr txBox="1"/>
          <p:nvPr>
            <p:ph type="title"/>
          </p:nvPr>
        </p:nvSpPr>
        <p:spPr>
          <a:xfrm>
            <a:off x="420625" y="320050"/>
            <a:ext cx="8275200" cy="4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/>
        </p:txBody>
      </p:sp>
      <p:sp>
        <p:nvSpPr>
          <p:cNvPr id="717" name="Google Shape;717;p116"/>
          <p:cNvSpPr/>
          <p:nvPr>
            <p:ph idx="2" type="pic"/>
          </p:nvPr>
        </p:nvSpPr>
        <p:spPr>
          <a:xfrm>
            <a:off x="0" y="-9225"/>
            <a:ext cx="9144000" cy="5153400"/>
          </a:xfrm>
          <a:prstGeom prst="rect">
            <a:avLst/>
          </a:prstGeom>
          <a:noFill/>
          <a:ln>
            <a:noFill/>
          </a:ln>
        </p:spPr>
      </p:sp>
      <p:sp>
        <p:nvSpPr>
          <p:cNvPr id="718" name="Google Shape;718;p116"/>
          <p:cNvSpPr txBox="1"/>
          <p:nvPr>
            <p:ph idx="3" type="title"/>
          </p:nvPr>
        </p:nvSpPr>
        <p:spPr>
          <a:xfrm>
            <a:off x="5356075" y="326850"/>
            <a:ext cx="3347400" cy="4827600"/>
          </a:xfrm>
          <a:prstGeom prst="rect">
            <a:avLst/>
          </a:prstGeom>
          <a:solidFill>
            <a:srgbClr val="FFFFFF">
              <a:alpha val="90980"/>
            </a:srgbClr>
          </a:solidFill>
          <a:ln>
            <a:noFill/>
          </a:ln>
        </p:spPr>
        <p:txBody>
          <a:bodyPr anchorCtr="0" anchor="t" bIns="91425" lIns="228600" spcFirstLastPara="1" rIns="228600" wrap="square" tIns="13715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highlight>
                  <a:schemeClr val="accent1"/>
                </a:highlight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/>
        </p:txBody>
      </p:sp>
      <p:sp>
        <p:nvSpPr>
          <p:cNvPr id="719" name="Google Shape;719;p116"/>
          <p:cNvSpPr txBox="1"/>
          <p:nvPr>
            <p:ph idx="1" type="body"/>
          </p:nvPr>
        </p:nvSpPr>
        <p:spPr>
          <a:xfrm>
            <a:off x="5594275" y="994550"/>
            <a:ext cx="2799900" cy="38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720" name="Google Shape;720;p11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.10 Text and photo slide - Left">
  <p:cSld name="CUSTOM_23_1_1_1_1_1_1_2_1_1_1"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117"/>
          <p:cNvSpPr/>
          <p:nvPr>
            <p:ph idx="2" type="pic"/>
          </p:nvPr>
        </p:nvSpPr>
        <p:spPr>
          <a:xfrm>
            <a:off x="0" y="-9225"/>
            <a:ext cx="9162600" cy="5163600"/>
          </a:xfrm>
          <a:prstGeom prst="rect">
            <a:avLst/>
          </a:prstGeom>
          <a:noFill/>
          <a:ln>
            <a:noFill/>
          </a:ln>
        </p:spPr>
      </p:sp>
      <p:sp>
        <p:nvSpPr>
          <p:cNvPr id="723" name="Google Shape;723;p117"/>
          <p:cNvSpPr txBox="1"/>
          <p:nvPr>
            <p:ph type="title"/>
          </p:nvPr>
        </p:nvSpPr>
        <p:spPr>
          <a:xfrm>
            <a:off x="420275" y="326850"/>
            <a:ext cx="3347400" cy="4827600"/>
          </a:xfrm>
          <a:prstGeom prst="rect">
            <a:avLst/>
          </a:prstGeom>
          <a:solidFill>
            <a:srgbClr val="FFFFFF">
              <a:alpha val="90980"/>
            </a:srgbClr>
          </a:solidFill>
          <a:ln>
            <a:noFill/>
          </a:ln>
        </p:spPr>
        <p:txBody>
          <a:bodyPr anchorCtr="0" anchor="t" bIns="91425" lIns="228600" spcFirstLastPara="1" rIns="228600" wrap="square" tIns="13715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highlight>
                  <a:schemeClr val="accent1"/>
                </a:highlight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/>
        </p:txBody>
      </p:sp>
      <p:sp>
        <p:nvSpPr>
          <p:cNvPr id="724" name="Google Shape;724;p117"/>
          <p:cNvSpPr txBox="1"/>
          <p:nvPr>
            <p:ph idx="1" type="body"/>
          </p:nvPr>
        </p:nvSpPr>
        <p:spPr>
          <a:xfrm>
            <a:off x="658475" y="994550"/>
            <a:ext cx="2799900" cy="38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725" name="Google Shape;725;p11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.11 Text and photo slide - News layout">
  <p:cSld name="CUSTOM_23_1_1_1_1_1_1_2_1_3"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118"/>
          <p:cNvSpPr/>
          <p:nvPr>
            <p:ph idx="2" type="pic"/>
          </p:nvPr>
        </p:nvSpPr>
        <p:spPr>
          <a:xfrm>
            <a:off x="9225" y="-9225"/>
            <a:ext cx="9144000" cy="2429400"/>
          </a:xfrm>
          <a:prstGeom prst="rect">
            <a:avLst/>
          </a:prstGeom>
          <a:noFill/>
          <a:ln>
            <a:noFill/>
          </a:ln>
        </p:spPr>
      </p:sp>
      <p:sp>
        <p:nvSpPr>
          <p:cNvPr id="728" name="Google Shape;728;p118"/>
          <p:cNvSpPr txBox="1"/>
          <p:nvPr>
            <p:ph type="title"/>
          </p:nvPr>
        </p:nvSpPr>
        <p:spPr>
          <a:xfrm>
            <a:off x="722550" y="1725450"/>
            <a:ext cx="7671600" cy="3102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228600" lIns="182875" spcFirstLastPara="1" rIns="228600" wrap="square" tIns="22860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highlight>
                  <a:schemeClr val="accent1"/>
                </a:highlight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/>
        </p:txBody>
      </p:sp>
      <p:sp>
        <p:nvSpPr>
          <p:cNvPr id="729" name="Google Shape;729;p118"/>
          <p:cNvSpPr txBox="1"/>
          <p:nvPr>
            <p:ph idx="1" type="body"/>
          </p:nvPr>
        </p:nvSpPr>
        <p:spPr>
          <a:xfrm>
            <a:off x="917225" y="2482075"/>
            <a:ext cx="7282500" cy="16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730" name="Google Shape;730;p11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 Number and stat slide options →">
  <p:cSld name="CUSTOM_23_1_1_1_1_2_1_1_1_1_1_1_1_1_1_2_1">
    <p:bg>
      <p:bgPr>
        <a:solidFill>
          <a:schemeClr val="accent5"/>
        </a:solidFill>
      </p:bgPr>
    </p:bg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119"/>
          <p:cNvSpPr txBox="1"/>
          <p:nvPr/>
        </p:nvSpPr>
        <p:spPr>
          <a:xfrm>
            <a:off x="2411725" y="1574249"/>
            <a:ext cx="6288300" cy="199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rgbClr val="FFFFFF"/>
                </a:solidFill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Number and stat slides</a:t>
            </a:r>
            <a:endParaRPr b="1" i="0" sz="7200" u="none" cap="none" strike="noStrike">
              <a:solidFill>
                <a:srgbClr val="FFFFFF"/>
              </a:solidFill>
              <a:highlight>
                <a:schemeClr val="dk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3" name="Google Shape;733;p119"/>
          <p:cNvSpPr/>
          <p:nvPr/>
        </p:nvSpPr>
        <p:spPr>
          <a:xfrm>
            <a:off x="0" y="0"/>
            <a:ext cx="2168400" cy="5143500"/>
          </a:xfrm>
          <a:prstGeom prst="rightArrowCallout">
            <a:avLst>
              <a:gd fmla="val 25000" name="adj1"/>
              <a:gd fmla="val 25000" name="adj2"/>
              <a:gd fmla="val 25000" name="adj3"/>
              <a:gd fmla="val 64977" name="adj4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4" name="Google Shape;734;p11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.1 Number and stat slide - 3 stats">
  <p:cSld name="CUSTOM_25_2"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120"/>
          <p:cNvSpPr txBox="1"/>
          <p:nvPr>
            <p:ph idx="1" type="body"/>
          </p:nvPr>
        </p:nvSpPr>
        <p:spPr>
          <a:xfrm>
            <a:off x="420625" y="2508875"/>
            <a:ext cx="2414100" cy="6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737" name="Google Shape;737;p120"/>
          <p:cNvSpPr txBox="1"/>
          <p:nvPr>
            <p:ph idx="2" type="body"/>
          </p:nvPr>
        </p:nvSpPr>
        <p:spPr>
          <a:xfrm>
            <a:off x="3353200" y="2508875"/>
            <a:ext cx="2414100" cy="6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738" name="Google Shape;738;p120"/>
          <p:cNvSpPr txBox="1"/>
          <p:nvPr>
            <p:ph idx="3" type="body"/>
          </p:nvPr>
        </p:nvSpPr>
        <p:spPr>
          <a:xfrm>
            <a:off x="6285775" y="2508875"/>
            <a:ext cx="2414100" cy="6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739" name="Google Shape;739;p120"/>
          <p:cNvSpPr txBox="1"/>
          <p:nvPr>
            <p:ph type="title"/>
          </p:nvPr>
        </p:nvSpPr>
        <p:spPr>
          <a:xfrm>
            <a:off x="420625" y="320050"/>
            <a:ext cx="8271600" cy="4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/>
        </p:txBody>
      </p:sp>
      <p:sp>
        <p:nvSpPr>
          <p:cNvPr id="740" name="Google Shape;740;p120"/>
          <p:cNvSpPr txBox="1"/>
          <p:nvPr>
            <p:ph idx="4" type="subTitle"/>
          </p:nvPr>
        </p:nvSpPr>
        <p:spPr>
          <a:xfrm>
            <a:off x="424450" y="756625"/>
            <a:ext cx="82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1pPr>
            <a:lvl2pPr lvl="1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/>
        </p:txBody>
      </p:sp>
      <p:sp>
        <p:nvSpPr>
          <p:cNvPr id="741" name="Google Shape;741;p120"/>
          <p:cNvSpPr txBox="1"/>
          <p:nvPr>
            <p:ph idx="5" type="title"/>
          </p:nvPr>
        </p:nvSpPr>
        <p:spPr>
          <a:xfrm>
            <a:off x="436825" y="1966525"/>
            <a:ext cx="24141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>
                <a:highlight>
                  <a:schemeClr val="accent1"/>
                </a:highlight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742" name="Google Shape;742;p120"/>
          <p:cNvSpPr txBox="1"/>
          <p:nvPr>
            <p:ph idx="6" type="title"/>
          </p:nvPr>
        </p:nvSpPr>
        <p:spPr>
          <a:xfrm>
            <a:off x="3353200" y="1966525"/>
            <a:ext cx="24141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>
                <a:highlight>
                  <a:schemeClr val="accent1"/>
                </a:highlight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743" name="Google Shape;743;p120"/>
          <p:cNvSpPr txBox="1"/>
          <p:nvPr>
            <p:ph idx="7" type="title"/>
          </p:nvPr>
        </p:nvSpPr>
        <p:spPr>
          <a:xfrm>
            <a:off x="6285775" y="1966525"/>
            <a:ext cx="24141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>
                <a:highlight>
                  <a:schemeClr val="accent1"/>
                </a:highlight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744" name="Google Shape;744;p12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.1 Number and stat slide - 6 stats">
  <p:cSld name="CUSTOM_23_1_1_1_1_1_1_1_1_1_1_1"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121"/>
          <p:cNvSpPr txBox="1"/>
          <p:nvPr>
            <p:ph idx="1" type="body"/>
          </p:nvPr>
        </p:nvSpPr>
        <p:spPr>
          <a:xfrm>
            <a:off x="420625" y="2235000"/>
            <a:ext cx="2414100" cy="3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47" name="Google Shape;747;p121"/>
          <p:cNvSpPr txBox="1"/>
          <p:nvPr>
            <p:ph idx="2" type="body"/>
          </p:nvPr>
        </p:nvSpPr>
        <p:spPr>
          <a:xfrm>
            <a:off x="3353200" y="2235000"/>
            <a:ext cx="2414100" cy="3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48" name="Google Shape;748;p121"/>
          <p:cNvSpPr txBox="1"/>
          <p:nvPr>
            <p:ph idx="3" type="body"/>
          </p:nvPr>
        </p:nvSpPr>
        <p:spPr>
          <a:xfrm>
            <a:off x="6285775" y="2235000"/>
            <a:ext cx="2414100" cy="3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49" name="Google Shape;749;p121"/>
          <p:cNvSpPr txBox="1"/>
          <p:nvPr>
            <p:ph type="title"/>
          </p:nvPr>
        </p:nvSpPr>
        <p:spPr>
          <a:xfrm>
            <a:off x="436825" y="1692650"/>
            <a:ext cx="24141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>
                <a:highlight>
                  <a:schemeClr val="accent1"/>
                </a:highlight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750" name="Google Shape;750;p121"/>
          <p:cNvSpPr txBox="1"/>
          <p:nvPr>
            <p:ph idx="4" type="title"/>
          </p:nvPr>
        </p:nvSpPr>
        <p:spPr>
          <a:xfrm>
            <a:off x="3353200" y="1692650"/>
            <a:ext cx="24141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>
                <a:highlight>
                  <a:schemeClr val="accent1"/>
                </a:highlight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751" name="Google Shape;751;p121"/>
          <p:cNvSpPr txBox="1"/>
          <p:nvPr>
            <p:ph idx="5" type="title"/>
          </p:nvPr>
        </p:nvSpPr>
        <p:spPr>
          <a:xfrm>
            <a:off x="6285775" y="1692650"/>
            <a:ext cx="24141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>
                <a:highlight>
                  <a:schemeClr val="accent1"/>
                </a:highlight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752" name="Google Shape;752;p121"/>
          <p:cNvSpPr txBox="1"/>
          <p:nvPr>
            <p:ph idx="6" type="body"/>
          </p:nvPr>
        </p:nvSpPr>
        <p:spPr>
          <a:xfrm>
            <a:off x="420625" y="3841850"/>
            <a:ext cx="2414100" cy="3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53" name="Google Shape;753;p121"/>
          <p:cNvSpPr txBox="1"/>
          <p:nvPr>
            <p:ph idx="7" type="body"/>
          </p:nvPr>
        </p:nvSpPr>
        <p:spPr>
          <a:xfrm>
            <a:off x="3353200" y="3841850"/>
            <a:ext cx="2414100" cy="3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54" name="Google Shape;754;p121"/>
          <p:cNvSpPr txBox="1"/>
          <p:nvPr>
            <p:ph idx="8" type="body"/>
          </p:nvPr>
        </p:nvSpPr>
        <p:spPr>
          <a:xfrm>
            <a:off x="6285775" y="3841850"/>
            <a:ext cx="2414100" cy="3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55" name="Google Shape;755;p121"/>
          <p:cNvSpPr txBox="1"/>
          <p:nvPr>
            <p:ph idx="9" type="title"/>
          </p:nvPr>
        </p:nvSpPr>
        <p:spPr>
          <a:xfrm>
            <a:off x="436825" y="3299500"/>
            <a:ext cx="24141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>
                <a:highlight>
                  <a:schemeClr val="accent1"/>
                </a:highlight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756" name="Google Shape;756;p121"/>
          <p:cNvSpPr txBox="1"/>
          <p:nvPr>
            <p:ph idx="13" type="title"/>
          </p:nvPr>
        </p:nvSpPr>
        <p:spPr>
          <a:xfrm>
            <a:off x="3353200" y="3299500"/>
            <a:ext cx="24141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>
                <a:highlight>
                  <a:schemeClr val="accent1"/>
                </a:highlight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757" name="Google Shape;757;p121"/>
          <p:cNvSpPr txBox="1"/>
          <p:nvPr>
            <p:ph idx="14" type="title"/>
          </p:nvPr>
        </p:nvSpPr>
        <p:spPr>
          <a:xfrm>
            <a:off x="6285775" y="3299500"/>
            <a:ext cx="24141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>
                <a:highlight>
                  <a:schemeClr val="accent1"/>
                </a:highlight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758" name="Google Shape;758;p121"/>
          <p:cNvSpPr txBox="1"/>
          <p:nvPr>
            <p:ph idx="15" type="title"/>
          </p:nvPr>
        </p:nvSpPr>
        <p:spPr>
          <a:xfrm>
            <a:off x="420625" y="320050"/>
            <a:ext cx="8271600" cy="4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/>
        </p:txBody>
      </p:sp>
      <p:sp>
        <p:nvSpPr>
          <p:cNvPr id="759" name="Google Shape;759;p121"/>
          <p:cNvSpPr txBox="1"/>
          <p:nvPr>
            <p:ph idx="16" type="subTitle"/>
          </p:nvPr>
        </p:nvSpPr>
        <p:spPr>
          <a:xfrm>
            <a:off x="424450" y="756625"/>
            <a:ext cx="82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1pPr>
            <a:lvl2pPr lvl="1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/>
        </p:txBody>
      </p:sp>
      <p:sp>
        <p:nvSpPr>
          <p:cNvPr id="760" name="Google Shape;760;p12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.2 Number and stat slide - 3 stats - Gold">
  <p:cSld name="CUSTOM_25_1_1">
    <p:bg>
      <p:bgPr>
        <a:solidFill>
          <a:schemeClr val="accent1"/>
        </a:solidFill>
      </p:bgPr>
    </p:bg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122"/>
          <p:cNvSpPr/>
          <p:nvPr/>
        </p:nvSpPr>
        <p:spPr>
          <a:xfrm>
            <a:off x="420650" y="1869750"/>
            <a:ext cx="2414100" cy="1404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3" name="Google Shape;763;p122"/>
          <p:cNvSpPr txBox="1"/>
          <p:nvPr>
            <p:ph type="title"/>
          </p:nvPr>
        </p:nvSpPr>
        <p:spPr>
          <a:xfrm>
            <a:off x="579775" y="1999125"/>
            <a:ext cx="2091000" cy="3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/>
        </p:txBody>
      </p:sp>
      <p:sp>
        <p:nvSpPr>
          <p:cNvPr id="764" name="Google Shape;764;p122"/>
          <p:cNvSpPr txBox="1"/>
          <p:nvPr>
            <p:ph idx="2" type="title"/>
          </p:nvPr>
        </p:nvSpPr>
        <p:spPr>
          <a:xfrm>
            <a:off x="420625" y="320050"/>
            <a:ext cx="8271600" cy="436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/>
        </p:txBody>
      </p:sp>
      <p:sp>
        <p:nvSpPr>
          <p:cNvPr id="765" name="Google Shape;765;p122"/>
          <p:cNvSpPr txBox="1"/>
          <p:nvPr>
            <p:ph idx="1" type="subTitle"/>
          </p:nvPr>
        </p:nvSpPr>
        <p:spPr>
          <a:xfrm>
            <a:off x="424450" y="756625"/>
            <a:ext cx="82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1pPr>
            <a:lvl2pPr lvl="1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/>
        </p:txBody>
      </p:sp>
      <p:sp>
        <p:nvSpPr>
          <p:cNvPr id="766" name="Google Shape;766;p122"/>
          <p:cNvSpPr txBox="1"/>
          <p:nvPr>
            <p:ph idx="3" type="body"/>
          </p:nvPr>
        </p:nvSpPr>
        <p:spPr>
          <a:xfrm>
            <a:off x="579775" y="2491175"/>
            <a:ext cx="2091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7" name="Google Shape;767;p122"/>
          <p:cNvSpPr/>
          <p:nvPr/>
        </p:nvSpPr>
        <p:spPr>
          <a:xfrm>
            <a:off x="3364950" y="1869750"/>
            <a:ext cx="2414100" cy="1404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8" name="Google Shape;768;p122"/>
          <p:cNvSpPr txBox="1"/>
          <p:nvPr>
            <p:ph idx="4" type="title"/>
          </p:nvPr>
        </p:nvSpPr>
        <p:spPr>
          <a:xfrm>
            <a:off x="3524075" y="1999125"/>
            <a:ext cx="2091000" cy="3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/>
        </p:txBody>
      </p:sp>
      <p:sp>
        <p:nvSpPr>
          <p:cNvPr id="769" name="Google Shape;769;p122"/>
          <p:cNvSpPr txBox="1"/>
          <p:nvPr>
            <p:ph idx="5" type="body"/>
          </p:nvPr>
        </p:nvSpPr>
        <p:spPr>
          <a:xfrm>
            <a:off x="3524075" y="2491175"/>
            <a:ext cx="2091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70" name="Google Shape;770;p122"/>
          <p:cNvSpPr/>
          <p:nvPr/>
        </p:nvSpPr>
        <p:spPr>
          <a:xfrm>
            <a:off x="6291075" y="1869750"/>
            <a:ext cx="2414100" cy="1404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1" name="Google Shape;771;p122"/>
          <p:cNvSpPr txBox="1"/>
          <p:nvPr>
            <p:ph idx="6" type="title"/>
          </p:nvPr>
        </p:nvSpPr>
        <p:spPr>
          <a:xfrm>
            <a:off x="6450200" y="1999125"/>
            <a:ext cx="2091000" cy="3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/>
        </p:txBody>
      </p:sp>
      <p:sp>
        <p:nvSpPr>
          <p:cNvPr id="772" name="Google Shape;772;p122"/>
          <p:cNvSpPr txBox="1"/>
          <p:nvPr>
            <p:ph idx="7" type="body"/>
          </p:nvPr>
        </p:nvSpPr>
        <p:spPr>
          <a:xfrm>
            <a:off x="6450200" y="2491175"/>
            <a:ext cx="2091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73" name="Google Shape;773;p12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.2 Number and stat slide - 3 stats - Black">
  <p:cSld name="CUSTOM_25_1_1_3">
    <p:bg>
      <p:bgPr>
        <a:solidFill>
          <a:schemeClr val="dk1"/>
        </a:solidFill>
      </p:bgPr>
    </p:bg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123"/>
          <p:cNvSpPr/>
          <p:nvPr/>
        </p:nvSpPr>
        <p:spPr>
          <a:xfrm>
            <a:off x="420650" y="1869750"/>
            <a:ext cx="2414100" cy="1404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6" name="Google Shape;776;p123"/>
          <p:cNvSpPr txBox="1"/>
          <p:nvPr>
            <p:ph type="title"/>
          </p:nvPr>
        </p:nvSpPr>
        <p:spPr>
          <a:xfrm>
            <a:off x="579775" y="1999125"/>
            <a:ext cx="2091000" cy="3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/>
        </p:txBody>
      </p:sp>
      <p:sp>
        <p:nvSpPr>
          <p:cNvPr id="777" name="Google Shape;777;p123"/>
          <p:cNvSpPr txBox="1"/>
          <p:nvPr>
            <p:ph idx="2" type="title"/>
          </p:nvPr>
        </p:nvSpPr>
        <p:spPr>
          <a:xfrm>
            <a:off x="420625" y="320050"/>
            <a:ext cx="8271600" cy="436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78" name="Google Shape;778;p123"/>
          <p:cNvSpPr txBox="1"/>
          <p:nvPr>
            <p:ph idx="1" type="subTitle"/>
          </p:nvPr>
        </p:nvSpPr>
        <p:spPr>
          <a:xfrm>
            <a:off x="424450" y="756625"/>
            <a:ext cx="82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79" name="Google Shape;779;p123"/>
          <p:cNvSpPr txBox="1"/>
          <p:nvPr>
            <p:ph idx="3" type="body"/>
          </p:nvPr>
        </p:nvSpPr>
        <p:spPr>
          <a:xfrm>
            <a:off x="579775" y="2491175"/>
            <a:ext cx="2091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80" name="Google Shape;780;p123"/>
          <p:cNvSpPr/>
          <p:nvPr/>
        </p:nvSpPr>
        <p:spPr>
          <a:xfrm>
            <a:off x="3364950" y="1869750"/>
            <a:ext cx="2414100" cy="1404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1" name="Google Shape;781;p123"/>
          <p:cNvSpPr txBox="1"/>
          <p:nvPr>
            <p:ph idx="4" type="title"/>
          </p:nvPr>
        </p:nvSpPr>
        <p:spPr>
          <a:xfrm>
            <a:off x="3524075" y="1999125"/>
            <a:ext cx="2091000" cy="3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/>
        </p:txBody>
      </p:sp>
      <p:sp>
        <p:nvSpPr>
          <p:cNvPr id="782" name="Google Shape;782;p123"/>
          <p:cNvSpPr txBox="1"/>
          <p:nvPr>
            <p:ph idx="5" type="body"/>
          </p:nvPr>
        </p:nvSpPr>
        <p:spPr>
          <a:xfrm>
            <a:off x="3524075" y="2491175"/>
            <a:ext cx="2091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83" name="Google Shape;783;p123"/>
          <p:cNvSpPr/>
          <p:nvPr/>
        </p:nvSpPr>
        <p:spPr>
          <a:xfrm>
            <a:off x="6291075" y="1869750"/>
            <a:ext cx="2414100" cy="1404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4" name="Google Shape;784;p123"/>
          <p:cNvSpPr txBox="1"/>
          <p:nvPr>
            <p:ph idx="6" type="title"/>
          </p:nvPr>
        </p:nvSpPr>
        <p:spPr>
          <a:xfrm>
            <a:off x="6450200" y="1999125"/>
            <a:ext cx="2091000" cy="3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/>
        </p:txBody>
      </p:sp>
      <p:sp>
        <p:nvSpPr>
          <p:cNvPr id="785" name="Google Shape;785;p123"/>
          <p:cNvSpPr txBox="1"/>
          <p:nvPr>
            <p:ph idx="7" type="body"/>
          </p:nvPr>
        </p:nvSpPr>
        <p:spPr>
          <a:xfrm>
            <a:off x="6450200" y="2491175"/>
            <a:ext cx="2091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86" name="Google Shape;786;p12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.2 Number and stat slide - 4 stats - Gold">
  <p:cSld name="CUSTOM_25_1_1_4">
    <p:bg>
      <p:bgPr>
        <a:solidFill>
          <a:schemeClr val="accent1"/>
        </a:solidFill>
      </p:bgPr>
    </p:bg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124"/>
          <p:cNvSpPr/>
          <p:nvPr/>
        </p:nvSpPr>
        <p:spPr>
          <a:xfrm>
            <a:off x="420650" y="1867476"/>
            <a:ext cx="1993500" cy="1404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9" name="Google Shape;789;p124"/>
          <p:cNvSpPr txBox="1"/>
          <p:nvPr>
            <p:ph type="title"/>
          </p:nvPr>
        </p:nvSpPr>
        <p:spPr>
          <a:xfrm>
            <a:off x="552043" y="1996851"/>
            <a:ext cx="1726500" cy="3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90" name="Google Shape;790;p124"/>
          <p:cNvSpPr txBox="1"/>
          <p:nvPr>
            <p:ph idx="2" type="title"/>
          </p:nvPr>
        </p:nvSpPr>
        <p:spPr>
          <a:xfrm>
            <a:off x="420625" y="320050"/>
            <a:ext cx="8271600" cy="436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/>
        </p:txBody>
      </p:sp>
      <p:sp>
        <p:nvSpPr>
          <p:cNvPr id="791" name="Google Shape;791;p124"/>
          <p:cNvSpPr txBox="1"/>
          <p:nvPr>
            <p:ph idx="1" type="subTitle"/>
          </p:nvPr>
        </p:nvSpPr>
        <p:spPr>
          <a:xfrm>
            <a:off x="424450" y="756625"/>
            <a:ext cx="82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1pPr>
            <a:lvl2pPr lvl="1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/>
        </p:txBody>
      </p:sp>
      <p:sp>
        <p:nvSpPr>
          <p:cNvPr id="792" name="Google Shape;792;p124"/>
          <p:cNvSpPr txBox="1"/>
          <p:nvPr>
            <p:ph idx="3" type="body"/>
          </p:nvPr>
        </p:nvSpPr>
        <p:spPr>
          <a:xfrm>
            <a:off x="552043" y="2488901"/>
            <a:ext cx="17265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93" name="Google Shape;793;p124"/>
          <p:cNvSpPr/>
          <p:nvPr/>
        </p:nvSpPr>
        <p:spPr>
          <a:xfrm>
            <a:off x="2514600" y="1867476"/>
            <a:ext cx="1993500" cy="1404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4" name="Google Shape;794;p124"/>
          <p:cNvSpPr txBox="1"/>
          <p:nvPr>
            <p:ph idx="4" type="title"/>
          </p:nvPr>
        </p:nvSpPr>
        <p:spPr>
          <a:xfrm>
            <a:off x="2645993" y="1996851"/>
            <a:ext cx="1726500" cy="3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95" name="Google Shape;795;p124"/>
          <p:cNvSpPr txBox="1"/>
          <p:nvPr>
            <p:ph idx="5" type="body"/>
          </p:nvPr>
        </p:nvSpPr>
        <p:spPr>
          <a:xfrm>
            <a:off x="2645993" y="2488901"/>
            <a:ext cx="17265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96" name="Google Shape;796;p124"/>
          <p:cNvSpPr/>
          <p:nvPr/>
        </p:nvSpPr>
        <p:spPr>
          <a:xfrm>
            <a:off x="4617725" y="1867476"/>
            <a:ext cx="1993500" cy="1404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7" name="Google Shape;797;p124"/>
          <p:cNvSpPr txBox="1"/>
          <p:nvPr>
            <p:ph idx="6" type="title"/>
          </p:nvPr>
        </p:nvSpPr>
        <p:spPr>
          <a:xfrm>
            <a:off x="4749118" y="1996851"/>
            <a:ext cx="1726500" cy="3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98" name="Google Shape;798;p124"/>
          <p:cNvSpPr txBox="1"/>
          <p:nvPr>
            <p:ph idx="7" type="body"/>
          </p:nvPr>
        </p:nvSpPr>
        <p:spPr>
          <a:xfrm>
            <a:off x="4749118" y="2488901"/>
            <a:ext cx="17265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99" name="Google Shape;799;p124"/>
          <p:cNvSpPr/>
          <p:nvPr/>
        </p:nvSpPr>
        <p:spPr>
          <a:xfrm>
            <a:off x="6711700" y="1867476"/>
            <a:ext cx="1993500" cy="1404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0" name="Google Shape;800;p124"/>
          <p:cNvSpPr txBox="1"/>
          <p:nvPr>
            <p:ph idx="8" type="title"/>
          </p:nvPr>
        </p:nvSpPr>
        <p:spPr>
          <a:xfrm>
            <a:off x="6843093" y="1996851"/>
            <a:ext cx="1726500" cy="3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01" name="Google Shape;801;p124"/>
          <p:cNvSpPr txBox="1"/>
          <p:nvPr>
            <p:ph idx="9" type="body"/>
          </p:nvPr>
        </p:nvSpPr>
        <p:spPr>
          <a:xfrm>
            <a:off x="6843093" y="2488901"/>
            <a:ext cx="17265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02" name="Google Shape;802;p12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.2 Number and stat slide - 4 stats - Black">
  <p:cSld name="CUSTOM_25_1_1_3_1">
    <p:bg>
      <p:bgPr>
        <a:solidFill>
          <a:schemeClr val="dk1"/>
        </a:solidFill>
      </p:bgPr>
    </p:bg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125"/>
          <p:cNvSpPr txBox="1"/>
          <p:nvPr>
            <p:ph type="title"/>
          </p:nvPr>
        </p:nvSpPr>
        <p:spPr>
          <a:xfrm>
            <a:off x="420625" y="320050"/>
            <a:ext cx="8271600" cy="436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05" name="Google Shape;805;p125"/>
          <p:cNvSpPr txBox="1"/>
          <p:nvPr>
            <p:ph idx="1" type="subTitle"/>
          </p:nvPr>
        </p:nvSpPr>
        <p:spPr>
          <a:xfrm>
            <a:off x="424450" y="756625"/>
            <a:ext cx="82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06" name="Google Shape;806;p125"/>
          <p:cNvSpPr/>
          <p:nvPr/>
        </p:nvSpPr>
        <p:spPr>
          <a:xfrm>
            <a:off x="420650" y="1867476"/>
            <a:ext cx="1993500" cy="1404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7" name="Google Shape;807;p125"/>
          <p:cNvSpPr txBox="1"/>
          <p:nvPr>
            <p:ph idx="2" type="title"/>
          </p:nvPr>
        </p:nvSpPr>
        <p:spPr>
          <a:xfrm>
            <a:off x="552043" y="1996851"/>
            <a:ext cx="1726500" cy="3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08" name="Google Shape;808;p125"/>
          <p:cNvSpPr txBox="1"/>
          <p:nvPr>
            <p:ph idx="3" type="body"/>
          </p:nvPr>
        </p:nvSpPr>
        <p:spPr>
          <a:xfrm>
            <a:off x="552043" y="2488901"/>
            <a:ext cx="17265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09" name="Google Shape;809;p125"/>
          <p:cNvSpPr/>
          <p:nvPr/>
        </p:nvSpPr>
        <p:spPr>
          <a:xfrm>
            <a:off x="2514600" y="1867476"/>
            <a:ext cx="1993500" cy="1404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0" name="Google Shape;810;p125"/>
          <p:cNvSpPr txBox="1"/>
          <p:nvPr>
            <p:ph idx="4" type="title"/>
          </p:nvPr>
        </p:nvSpPr>
        <p:spPr>
          <a:xfrm>
            <a:off x="2645993" y="1996851"/>
            <a:ext cx="1726500" cy="3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11" name="Google Shape;811;p125"/>
          <p:cNvSpPr txBox="1"/>
          <p:nvPr>
            <p:ph idx="5" type="body"/>
          </p:nvPr>
        </p:nvSpPr>
        <p:spPr>
          <a:xfrm>
            <a:off x="2645993" y="2488901"/>
            <a:ext cx="17265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12" name="Google Shape;812;p125"/>
          <p:cNvSpPr/>
          <p:nvPr/>
        </p:nvSpPr>
        <p:spPr>
          <a:xfrm>
            <a:off x="4617725" y="1867476"/>
            <a:ext cx="1993500" cy="1404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3" name="Google Shape;813;p125"/>
          <p:cNvSpPr txBox="1"/>
          <p:nvPr>
            <p:ph idx="6" type="title"/>
          </p:nvPr>
        </p:nvSpPr>
        <p:spPr>
          <a:xfrm>
            <a:off x="4749118" y="1996851"/>
            <a:ext cx="1726500" cy="3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14" name="Google Shape;814;p125"/>
          <p:cNvSpPr txBox="1"/>
          <p:nvPr>
            <p:ph idx="7" type="body"/>
          </p:nvPr>
        </p:nvSpPr>
        <p:spPr>
          <a:xfrm>
            <a:off x="4749118" y="2488901"/>
            <a:ext cx="17265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15" name="Google Shape;815;p125"/>
          <p:cNvSpPr/>
          <p:nvPr/>
        </p:nvSpPr>
        <p:spPr>
          <a:xfrm>
            <a:off x="6711700" y="1867476"/>
            <a:ext cx="1993500" cy="1404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6" name="Google Shape;816;p125"/>
          <p:cNvSpPr txBox="1"/>
          <p:nvPr>
            <p:ph idx="8" type="title"/>
          </p:nvPr>
        </p:nvSpPr>
        <p:spPr>
          <a:xfrm>
            <a:off x="6843093" y="1996851"/>
            <a:ext cx="1726500" cy="3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17" name="Google Shape;817;p125"/>
          <p:cNvSpPr txBox="1"/>
          <p:nvPr>
            <p:ph idx="9" type="body"/>
          </p:nvPr>
        </p:nvSpPr>
        <p:spPr>
          <a:xfrm>
            <a:off x="6843093" y="2488901"/>
            <a:ext cx="17265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18" name="Google Shape;818;p12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.2 Number and stat slide - 6 stats - Gold">
  <p:cSld name="CUSTOM_25_1_1_5">
    <p:bg>
      <p:bgPr>
        <a:solidFill>
          <a:schemeClr val="accent1"/>
        </a:solidFill>
      </p:bgPr>
    </p:bg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p126"/>
          <p:cNvSpPr/>
          <p:nvPr/>
        </p:nvSpPr>
        <p:spPr>
          <a:xfrm>
            <a:off x="420650" y="1165475"/>
            <a:ext cx="2414100" cy="1404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1" name="Google Shape;821;p126"/>
          <p:cNvSpPr txBox="1"/>
          <p:nvPr>
            <p:ph type="title"/>
          </p:nvPr>
        </p:nvSpPr>
        <p:spPr>
          <a:xfrm>
            <a:off x="579775" y="1294850"/>
            <a:ext cx="2091000" cy="3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/>
        </p:txBody>
      </p:sp>
      <p:sp>
        <p:nvSpPr>
          <p:cNvPr id="822" name="Google Shape;822;p126"/>
          <p:cNvSpPr txBox="1"/>
          <p:nvPr>
            <p:ph idx="2" type="title"/>
          </p:nvPr>
        </p:nvSpPr>
        <p:spPr>
          <a:xfrm>
            <a:off x="420625" y="320050"/>
            <a:ext cx="8271600" cy="436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/>
        </p:txBody>
      </p:sp>
      <p:sp>
        <p:nvSpPr>
          <p:cNvPr id="823" name="Google Shape;823;p126"/>
          <p:cNvSpPr txBox="1"/>
          <p:nvPr>
            <p:ph idx="1" type="subTitle"/>
          </p:nvPr>
        </p:nvSpPr>
        <p:spPr>
          <a:xfrm>
            <a:off x="424450" y="756625"/>
            <a:ext cx="82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1pPr>
            <a:lvl2pPr lvl="1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/>
        </p:txBody>
      </p:sp>
      <p:sp>
        <p:nvSpPr>
          <p:cNvPr id="824" name="Google Shape;824;p126"/>
          <p:cNvSpPr txBox="1"/>
          <p:nvPr>
            <p:ph idx="3" type="body"/>
          </p:nvPr>
        </p:nvSpPr>
        <p:spPr>
          <a:xfrm>
            <a:off x="579775" y="1786900"/>
            <a:ext cx="2091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25" name="Google Shape;825;p126"/>
          <p:cNvSpPr/>
          <p:nvPr/>
        </p:nvSpPr>
        <p:spPr>
          <a:xfrm>
            <a:off x="3364950" y="1165475"/>
            <a:ext cx="2414100" cy="1404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6" name="Google Shape;826;p126"/>
          <p:cNvSpPr txBox="1"/>
          <p:nvPr>
            <p:ph idx="4" type="title"/>
          </p:nvPr>
        </p:nvSpPr>
        <p:spPr>
          <a:xfrm>
            <a:off x="3524075" y="1294850"/>
            <a:ext cx="2091000" cy="3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/>
        </p:txBody>
      </p:sp>
      <p:sp>
        <p:nvSpPr>
          <p:cNvPr id="827" name="Google Shape;827;p126"/>
          <p:cNvSpPr txBox="1"/>
          <p:nvPr>
            <p:ph idx="5" type="body"/>
          </p:nvPr>
        </p:nvSpPr>
        <p:spPr>
          <a:xfrm>
            <a:off x="3524075" y="1786900"/>
            <a:ext cx="2091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28" name="Google Shape;828;p126"/>
          <p:cNvSpPr/>
          <p:nvPr/>
        </p:nvSpPr>
        <p:spPr>
          <a:xfrm>
            <a:off x="6291075" y="1165475"/>
            <a:ext cx="2414100" cy="1404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9" name="Google Shape;829;p126"/>
          <p:cNvSpPr txBox="1"/>
          <p:nvPr>
            <p:ph idx="6" type="title"/>
          </p:nvPr>
        </p:nvSpPr>
        <p:spPr>
          <a:xfrm>
            <a:off x="6450200" y="1294850"/>
            <a:ext cx="2091000" cy="3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/>
        </p:txBody>
      </p:sp>
      <p:sp>
        <p:nvSpPr>
          <p:cNvPr id="830" name="Google Shape;830;p126"/>
          <p:cNvSpPr txBox="1"/>
          <p:nvPr>
            <p:ph idx="7" type="body"/>
          </p:nvPr>
        </p:nvSpPr>
        <p:spPr>
          <a:xfrm>
            <a:off x="6450200" y="1786900"/>
            <a:ext cx="2091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31" name="Google Shape;831;p126"/>
          <p:cNvSpPr/>
          <p:nvPr/>
        </p:nvSpPr>
        <p:spPr>
          <a:xfrm>
            <a:off x="420650" y="2772350"/>
            <a:ext cx="2414100" cy="1404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2" name="Google Shape;832;p126"/>
          <p:cNvSpPr txBox="1"/>
          <p:nvPr>
            <p:ph idx="8" type="title"/>
          </p:nvPr>
        </p:nvSpPr>
        <p:spPr>
          <a:xfrm>
            <a:off x="579775" y="2901725"/>
            <a:ext cx="2091000" cy="3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/>
        </p:txBody>
      </p:sp>
      <p:sp>
        <p:nvSpPr>
          <p:cNvPr id="833" name="Google Shape;833;p126"/>
          <p:cNvSpPr txBox="1"/>
          <p:nvPr>
            <p:ph idx="9" type="body"/>
          </p:nvPr>
        </p:nvSpPr>
        <p:spPr>
          <a:xfrm>
            <a:off x="579775" y="3393775"/>
            <a:ext cx="2091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34" name="Google Shape;834;p126"/>
          <p:cNvSpPr/>
          <p:nvPr/>
        </p:nvSpPr>
        <p:spPr>
          <a:xfrm>
            <a:off x="3364950" y="2772350"/>
            <a:ext cx="2414100" cy="1404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5" name="Google Shape;835;p126"/>
          <p:cNvSpPr txBox="1"/>
          <p:nvPr>
            <p:ph idx="13" type="title"/>
          </p:nvPr>
        </p:nvSpPr>
        <p:spPr>
          <a:xfrm>
            <a:off x="3524075" y="2901725"/>
            <a:ext cx="2091000" cy="3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/>
        </p:txBody>
      </p:sp>
      <p:sp>
        <p:nvSpPr>
          <p:cNvPr id="836" name="Google Shape;836;p126"/>
          <p:cNvSpPr txBox="1"/>
          <p:nvPr>
            <p:ph idx="14" type="body"/>
          </p:nvPr>
        </p:nvSpPr>
        <p:spPr>
          <a:xfrm>
            <a:off x="3524075" y="3393775"/>
            <a:ext cx="2091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37" name="Google Shape;837;p126"/>
          <p:cNvSpPr/>
          <p:nvPr/>
        </p:nvSpPr>
        <p:spPr>
          <a:xfrm>
            <a:off x="6291075" y="2772350"/>
            <a:ext cx="2414100" cy="1404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8" name="Google Shape;838;p126"/>
          <p:cNvSpPr txBox="1"/>
          <p:nvPr>
            <p:ph idx="15" type="title"/>
          </p:nvPr>
        </p:nvSpPr>
        <p:spPr>
          <a:xfrm>
            <a:off x="6450200" y="2901725"/>
            <a:ext cx="2091000" cy="3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/>
        </p:txBody>
      </p:sp>
      <p:sp>
        <p:nvSpPr>
          <p:cNvPr id="839" name="Google Shape;839;p126"/>
          <p:cNvSpPr txBox="1"/>
          <p:nvPr>
            <p:ph idx="16" type="body"/>
          </p:nvPr>
        </p:nvSpPr>
        <p:spPr>
          <a:xfrm>
            <a:off x="6450200" y="3393775"/>
            <a:ext cx="2091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40" name="Google Shape;840;p12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.2 Number and stat slide - 6 stats - Black">
  <p:cSld name="CUSTOM_25_1_1_3_2">
    <p:bg>
      <p:bgPr>
        <a:solidFill>
          <a:schemeClr val="dk1"/>
        </a:solidFill>
      </p:bgPr>
    </p:bg>
    <p:spTree>
      <p:nvGrpSpPr>
        <p:cNvPr id="84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p127"/>
          <p:cNvSpPr txBox="1"/>
          <p:nvPr>
            <p:ph type="title"/>
          </p:nvPr>
        </p:nvSpPr>
        <p:spPr>
          <a:xfrm>
            <a:off x="420625" y="320050"/>
            <a:ext cx="8271600" cy="436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43" name="Google Shape;843;p127"/>
          <p:cNvSpPr txBox="1"/>
          <p:nvPr>
            <p:ph idx="1" type="subTitle"/>
          </p:nvPr>
        </p:nvSpPr>
        <p:spPr>
          <a:xfrm>
            <a:off x="424450" y="756625"/>
            <a:ext cx="82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44" name="Google Shape;844;p127"/>
          <p:cNvSpPr/>
          <p:nvPr/>
        </p:nvSpPr>
        <p:spPr>
          <a:xfrm>
            <a:off x="420650" y="1165475"/>
            <a:ext cx="2414100" cy="1404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5" name="Google Shape;845;p127"/>
          <p:cNvSpPr txBox="1"/>
          <p:nvPr>
            <p:ph idx="2" type="title"/>
          </p:nvPr>
        </p:nvSpPr>
        <p:spPr>
          <a:xfrm>
            <a:off x="579775" y="1294850"/>
            <a:ext cx="2091000" cy="3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/>
        </p:txBody>
      </p:sp>
      <p:sp>
        <p:nvSpPr>
          <p:cNvPr id="846" name="Google Shape;846;p127"/>
          <p:cNvSpPr txBox="1"/>
          <p:nvPr>
            <p:ph idx="3" type="body"/>
          </p:nvPr>
        </p:nvSpPr>
        <p:spPr>
          <a:xfrm>
            <a:off x="579775" y="1786900"/>
            <a:ext cx="2091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47" name="Google Shape;847;p127"/>
          <p:cNvSpPr/>
          <p:nvPr/>
        </p:nvSpPr>
        <p:spPr>
          <a:xfrm>
            <a:off x="3364950" y="1165475"/>
            <a:ext cx="2414100" cy="1404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8" name="Google Shape;848;p127"/>
          <p:cNvSpPr txBox="1"/>
          <p:nvPr>
            <p:ph idx="4" type="title"/>
          </p:nvPr>
        </p:nvSpPr>
        <p:spPr>
          <a:xfrm>
            <a:off x="3524075" y="1294850"/>
            <a:ext cx="2091000" cy="3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/>
        </p:txBody>
      </p:sp>
      <p:sp>
        <p:nvSpPr>
          <p:cNvPr id="849" name="Google Shape;849;p127"/>
          <p:cNvSpPr txBox="1"/>
          <p:nvPr>
            <p:ph idx="5" type="body"/>
          </p:nvPr>
        </p:nvSpPr>
        <p:spPr>
          <a:xfrm>
            <a:off x="3524075" y="1786900"/>
            <a:ext cx="2091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50" name="Google Shape;850;p127"/>
          <p:cNvSpPr/>
          <p:nvPr/>
        </p:nvSpPr>
        <p:spPr>
          <a:xfrm>
            <a:off x="6291075" y="1165475"/>
            <a:ext cx="2414100" cy="1404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1" name="Google Shape;851;p127"/>
          <p:cNvSpPr txBox="1"/>
          <p:nvPr>
            <p:ph idx="6" type="title"/>
          </p:nvPr>
        </p:nvSpPr>
        <p:spPr>
          <a:xfrm>
            <a:off x="6450200" y="1294850"/>
            <a:ext cx="2091000" cy="3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/>
        </p:txBody>
      </p:sp>
      <p:sp>
        <p:nvSpPr>
          <p:cNvPr id="852" name="Google Shape;852;p127"/>
          <p:cNvSpPr txBox="1"/>
          <p:nvPr>
            <p:ph idx="7" type="body"/>
          </p:nvPr>
        </p:nvSpPr>
        <p:spPr>
          <a:xfrm>
            <a:off x="6450200" y="1786900"/>
            <a:ext cx="2091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53" name="Google Shape;853;p127"/>
          <p:cNvSpPr/>
          <p:nvPr/>
        </p:nvSpPr>
        <p:spPr>
          <a:xfrm>
            <a:off x="420650" y="2772350"/>
            <a:ext cx="2414100" cy="1404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4" name="Google Shape;854;p127"/>
          <p:cNvSpPr txBox="1"/>
          <p:nvPr>
            <p:ph idx="8" type="title"/>
          </p:nvPr>
        </p:nvSpPr>
        <p:spPr>
          <a:xfrm>
            <a:off x="579775" y="2901725"/>
            <a:ext cx="2091000" cy="3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/>
        </p:txBody>
      </p:sp>
      <p:sp>
        <p:nvSpPr>
          <p:cNvPr id="855" name="Google Shape;855;p127"/>
          <p:cNvSpPr txBox="1"/>
          <p:nvPr>
            <p:ph idx="9" type="body"/>
          </p:nvPr>
        </p:nvSpPr>
        <p:spPr>
          <a:xfrm>
            <a:off x="579775" y="3393775"/>
            <a:ext cx="2091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56" name="Google Shape;856;p127"/>
          <p:cNvSpPr/>
          <p:nvPr/>
        </p:nvSpPr>
        <p:spPr>
          <a:xfrm>
            <a:off x="3364950" y="2772350"/>
            <a:ext cx="2414100" cy="1404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7" name="Google Shape;857;p127"/>
          <p:cNvSpPr txBox="1"/>
          <p:nvPr>
            <p:ph idx="13" type="title"/>
          </p:nvPr>
        </p:nvSpPr>
        <p:spPr>
          <a:xfrm>
            <a:off x="3524075" y="2901725"/>
            <a:ext cx="2091000" cy="3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/>
        </p:txBody>
      </p:sp>
      <p:sp>
        <p:nvSpPr>
          <p:cNvPr id="858" name="Google Shape;858;p127"/>
          <p:cNvSpPr txBox="1"/>
          <p:nvPr>
            <p:ph idx="14" type="body"/>
          </p:nvPr>
        </p:nvSpPr>
        <p:spPr>
          <a:xfrm>
            <a:off x="3524075" y="3393775"/>
            <a:ext cx="2091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59" name="Google Shape;859;p127"/>
          <p:cNvSpPr/>
          <p:nvPr/>
        </p:nvSpPr>
        <p:spPr>
          <a:xfrm>
            <a:off x="6291075" y="2772350"/>
            <a:ext cx="2414100" cy="1404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0" name="Google Shape;860;p127"/>
          <p:cNvSpPr txBox="1"/>
          <p:nvPr>
            <p:ph idx="15" type="title"/>
          </p:nvPr>
        </p:nvSpPr>
        <p:spPr>
          <a:xfrm>
            <a:off x="6450200" y="2901725"/>
            <a:ext cx="2091000" cy="3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/>
        </p:txBody>
      </p:sp>
      <p:sp>
        <p:nvSpPr>
          <p:cNvPr id="861" name="Google Shape;861;p127"/>
          <p:cNvSpPr txBox="1"/>
          <p:nvPr>
            <p:ph idx="16" type="body"/>
          </p:nvPr>
        </p:nvSpPr>
        <p:spPr>
          <a:xfrm>
            <a:off x="6450200" y="3393775"/>
            <a:ext cx="2091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62" name="Google Shape;862;p12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.3 Number and stat slide">
  <p:cSld name="CUSTOM_25_2_1"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p128"/>
          <p:cNvSpPr txBox="1"/>
          <p:nvPr>
            <p:ph idx="1" type="body"/>
          </p:nvPr>
        </p:nvSpPr>
        <p:spPr>
          <a:xfrm>
            <a:off x="4617725" y="320050"/>
            <a:ext cx="4078200" cy="10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865" name="Google Shape;865;p128"/>
          <p:cNvSpPr txBox="1"/>
          <p:nvPr>
            <p:ph type="title"/>
          </p:nvPr>
        </p:nvSpPr>
        <p:spPr>
          <a:xfrm>
            <a:off x="420625" y="320050"/>
            <a:ext cx="2833200" cy="4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/>
        </p:txBody>
      </p:sp>
      <p:sp>
        <p:nvSpPr>
          <p:cNvPr id="866" name="Google Shape;866;p128"/>
          <p:cNvSpPr txBox="1"/>
          <p:nvPr>
            <p:ph idx="2" type="subTitle"/>
          </p:nvPr>
        </p:nvSpPr>
        <p:spPr>
          <a:xfrm>
            <a:off x="421935" y="756625"/>
            <a:ext cx="283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1pPr>
            <a:lvl2pPr lvl="1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/>
        </p:txBody>
      </p:sp>
      <p:sp>
        <p:nvSpPr>
          <p:cNvPr id="867" name="Google Shape;867;p128"/>
          <p:cNvSpPr txBox="1"/>
          <p:nvPr>
            <p:ph idx="3" type="title"/>
          </p:nvPr>
        </p:nvSpPr>
        <p:spPr>
          <a:xfrm>
            <a:off x="436825" y="2453500"/>
            <a:ext cx="2414100" cy="4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highlight>
                  <a:schemeClr val="accent1"/>
                </a:highlight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68" name="Google Shape;868;p128"/>
          <p:cNvSpPr txBox="1"/>
          <p:nvPr>
            <p:ph idx="4" type="subTitle"/>
          </p:nvPr>
        </p:nvSpPr>
        <p:spPr>
          <a:xfrm>
            <a:off x="434575" y="2155025"/>
            <a:ext cx="2404800" cy="1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1pPr>
            <a:lvl2pPr lvl="1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 algn="ctr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/>
        </p:txBody>
      </p:sp>
      <p:sp>
        <p:nvSpPr>
          <p:cNvPr id="869" name="Google Shape;869;p128"/>
          <p:cNvSpPr txBox="1"/>
          <p:nvPr>
            <p:ph idx="5" type="title"/>
          </p:nvPr>
        </p:nvSpPr>
        <p:spPr>
          <a:xfrm>
            <a:off x="3358100" y="2453500"/>
            <a:ext cx="2423100" cy="4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highlight>
                  <a:schemeClr val="accent1"/>
                </a:highlight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70" name="Google Shape;870;p128"/>
          <p:cNvSpPr txBox="1"/>
          <p:nvPr>
            <p:ph idx="6" type="subTitle"/>
          </p:nvPr>
        </p:nvSpPr>
        <p:spPr>
          <a:xfrm>
            <a:off x="3355850" y="2155025"/>
            <a:ext cx="2423100" cy="1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1pPr>
            <a:lvl2pPr lvl="1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 algn="ctr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/>
        </p:txBody>
      </p:sp>
      <p:sp>
        <p:nvSpPr>
          <p:cNvPr id="871" name="Google Shape;871;p128"/>
          <p:cNvSpPr txBox="1"/>
          <p:nvPr>
            <p:ph idx="7" type="title"/>
          </p:nvPr>
        </p:nvSpPr>
        <p:spPr>
          <a:xfrm>
            <a:off x="6293325" y="2453500"/>
            <a:ext cx="2402400" cy="4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highlight>
                  <a:schemeClr val="accent1"/>
                </a:highlight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72" name="Google Shape;872;p128"/>
          <p:cNvSpPr txBox="1"/>
          <p:nvPr>
            <p:ph idx="8" type="subTitle"/>
          </p:nvPr>
        </p:nvSpPr>
        <p:spPr>
          <a:xfrm>
            <a:off x="6291075" y="2155025"/>
            <a:ext cx="2404800" cy="1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1pPr>
            <a:lvl2pPr lvl="1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 algn="ctr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/>
        </p:txBody>
      </p:sp>
      <p:sp>
        <p:nvSpPr>
          <p:cNvPr id="873" name="Google Shape;873;p128"/>
          <p:cNvSpPr txBox="1"/>
          <p:nvPr>
            <p:ph idx="9" type="body"/>
          </p:nvPr>
        </p:nvSpPr>
        <p:spPr>
          <a:xfrm>
            <a:off x="439150" y="3230325"/>
            <a:ext cx="2395500" cy="4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 algn="ctr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874" name="Google Shape;874;p128"/>
          <p:cNvSpPr txBox="1"/>
          <p:nvPr>
            <p:ph idx="13" type="body"/>
          </p:nvPr>
        </p:nvSpPr>
        <p:spPr>
          <a:xfrm>
            <a:off x="3355850" y="3230325"/>
            <a:ext cx="2395500" cy="4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 algn="ctr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875" name="Google Shape;875;p128"/>
          <p:cNvSpPr txBox="1"/>
          <p:nvPr>
            <p:ph idx="14" type="body"/>
          </p:nvPr>
        </p:nvSpPr>
        <p:spPr>
          <a:xfrm>
            <a:off x="6291075" y="3230325"/>
            <a:ext cx="2395500" cy="4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 algn="ctr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600"/>
              <a:buChar char="■"/>
              <a:defRPr/>
            </a:lvl9pPr>
          </a:lstStyle>
          <a:p/>
        </p:txBody>
      </p:sp>
      <p:cxnSp>
        <p:nvCxnSpPr>
          <p:cNvPr id="876" name="Google Shape;876;p128"/>
          <p:cNvCxnSpPr/>
          <p:nvPr/>
        </p:nvCxnSpPr>
        <p:spPr>
          <a:xfrm>
            <a:off x="3091500" y="2155025"/>
            <a:ext cx="0" cy="15651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77" name="Google Shape;877;p128"/>
          <p:cNvCxnSpPr/>
          <p:nvPr/>
        </p:nvCxnSpPr>
        <p:spPr>
          <a:xfrm>
            <a:off x="6032875" y="2155025"/>
            <a:ext cx="0" cy="15651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78" name="Google Shape;878;p12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 Quote slide options →">
  <p:cSld name="CUSTOM_23_1_1_1_1_2_1_1_1_1_1_1_1_1_1_2">
    <p:bg>
      <p:bgPr>
        <a:solidFill>
          <a:schemeClr val="accent5"/>
        </a:solidFill>
      </p:bgPr>
    </p:bg>
    <p:spTree>
      <p:nvGrpSpPr>
        <p:cNvPr id="879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p129"/>
          <p:cNvSpPr txBox="1"/>
          <p:nvPr/>
        </p:nvSpPr>
        <p:spPr>
          <a:xfrm>
            <a:off x="2411725" y="2070724"/>
            <a:ext cx="6288300" cy="99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rgbClr val="FFFFFF"/>
                </a:solidFill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Quote slides</a:t>
            </a:r>
            <a:endParaRPr b="1" i="0" sz="7200" u="none" cap="none" strike="noStrike">
              <a:solidFill>
                <a:srgbClr val="FFFFFF"/>
              </a:solidFill>
              <a:highlight>
                <a:schemeClr val="dk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1" name="Google Shape;881;p129"/>
          <p:cNvSpPr/>
          <p:nvPr/>
        </p:nvSpPr>
        <p:spPr>
          <a:xfrm>
            <a:off x="0" y="0"/>
            <a:ext cx="2168400" cy="5143500"/>
          </a:xfrm>
          <a:prstGeom prst="rightArrowCallout">
            <a:avLst>
              <a:gd fmla="val 25000" name="adj1"/>
              <a:gd fmla="val 25000" name="adj2"/>
              <a:gd fmla="val 25000" name="adj3"/>
              <a:gd fmla="val 64977" name="adj4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2" name="Google Shape;882;p12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.1 Quote slide - White">
  <p:cSld name="CUSTOM_23_1_1_2_1_1_1_1_1_1_1_1_1_1"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130"/>
          <p:cNvSpPr txBox="1"/>
          <p:nvPr>
            <p:ph type="title"/>
          </p:nvPr>
        </p:nvSpPr>
        <p:spPr>
          <a:xfrm>
            <a:off x="420625" y="320050"/>
            <a:ext cx="8275200" cy="4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highlight>
                  <a:schemeClr val="accent1"/>
                </a:highlight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highlight>
                  <a:schemeClr val="accent1"/>
                </a:highlight>
              </a:defRPr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>
                <a:highlight>
                  <a:schemeClr val="accent1"/>
                </a:highlight>
              </a:defRPr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>
                <a:highlight>
                  <a:schemeClr val="accent1"/>
                </a:highlight>
              </a:defRPr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>
                <a:highlight>
                  <a:schemeClr val="accent1"/>
                </a:highlight>
              </a:defRPr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>
                <a:highlight>
                  <a:schemeClr val="accent1"/>
                </a:highlight>
              </a:defRPr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>
                <a:highlight>
                  <a:schemeClr val="accent1"/>
                </a:highlight>
              </a:defRPr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>
                <a:highlight>
                  <a:schemeClr val="accent1"/>
                </a:highlight>
              </a:defRPr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2800"/>
              <a:buNone/>
              <a:defRPr>
                <a:highlight>
                  <a:schemeClr val="accent1"/>
                </a:highlight>
              </a:defRPr>
            </a:lvl9pPr>
          </a:lstStyle>
          <a:p/>
        </p:txBody>
      </p:sp>
      <p:sp>
        <p:nvSpPr>
          <p:cNvPr id="885" name="Google Shape;885;p130"/>
          <p:cNvSpPr txBox="1"/>
          <p:nvPr>
            <p:ph idx="1" type="body"/>
          </p:nvPr>
        </p:nvSpPr>
        <p:spPr>
          <a:xfrm>
            <a:off x="1261875" y="1721376"/>
            <a:ext cx="5762700" cy="20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b="1"/>
            </a:lvl1pPr>
            <a:lvl2pPr indent="-3302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 b="1"/>
            </a:lvl2pPr>
            <a:lvl3pPr indent="-3302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■"/>
              <a:defRPr b="1"/>
            </a:lvl3pPr>
            <a:lvl4pPr indent="-3302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  <a:defRPr b="1"/>
            </a:lvl4pPr>
            <a:lvl5pPr indent="-3302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 b="1"/>
            </a:lvl5pPr>
            <a:lvl6pPr indent="-3302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■"/>
              <a:defRPr b="1"/>
            </a:lvl6pPr>
            <a:lvl7pPr indent="-3302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  <a:defRPr b="1"/>
            </a:lvl7pPr>
            <a:lvl8pPr indent="-3302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 b="1"/>
            </a:lvl8pPr>
            <a:lvl9pPr indent="-3302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600"/>
              <a:buChar char="■"/>
              <a:defRPr b="1"/>
            </a:lvl9pPr>
          </a:lstStyle>
          <a:p/>
        </p:txBody>
      </p:sp>
      <p:sp>
        <p:nvSpPr>
          <p:cNvPr id="886" name="Google Shape;886;p130"/>
          <p:cNvSpPr txBox="1"/>
          <p:nvPr>
            <p:ph idx="2" type="subTitle"/>
          </p:nvPr>
        </p:nvSpPr>
        <p:spPr>
          <a:xfrm>
            <a:off x="424450" y="756625"/>
            <a:ext cx="827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  <a:highlight>
                  <a:schemeClr val="dk1"/>
                </a:highlight>
              </a:defRPr>
            </a:lvl1pPr>
            <a:lvl2pPr lvl="1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/>
        </p:txBody>
      </p:sp>
      <p:pic>
        <p:nvPicPr>
          <p:cNvPr id="887" name="Google Shape;887;p1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20625" y="1434425"/>
            <a:ext cx="740675" cy="607773"/>
          </a:xfrm>
          <a:prstGeom prst="rect">
            <a:avLst/>
          </a:prstGeom>
          <a:noFill/>
          <a:ln>
            <a:noFill/>
          </a:ln>
        </p:spPr>
      </p:pic>
      <p:sp>
        <p:nvSpPr>
          <p:cNvPr id="888" name="Google Shape;888;p13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.1 Quote slide - Black">
  <p:cSld name="CUSTOM_23_1_1_2_1_1_1_1_1_1_1_1_1_1_1">
    <p:bg>
      <p:bgPr>
        <a:solidFill>
          <a:schemeClr val="dk1"/>
        </a:solidFill>
      </p:bgPr>
    </p:bg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p131"/>
          <p:cNvSpPr txBox="1"/>
          <p:nvPr>
            <p:ph type="title"/>
          </p:nvPr>
        </p:nvSpPr>
        <p:spPr>
          <a:xfrm>
            <a:off x="420625" y="320050"/>
            <a:ext cx="8275200" cy="4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highlight>
                  <a:schemeClr val="accent1"/>
                </a:highlight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highlight>
                  <a:schemeClr val="accent1"/>
                </a:highlight>
              </a:defRPr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>
                <a:highlight>
                  <a:schemeClr val="accent1"/>
                </a:highlight>
              </a:defRPr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>
                <a:highlight>
                  <a:schemeClr val="accent1"/>
                </a:highlight>
              </a:defRPr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>
                <a:highlight>
                  <a:schemeClr val="accent1"/>
                </a:highlight>
              </a:defRPr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>
                <a:highlight>
                  <a:schemeClr val="accent1"/>
                </a:highlight>
              </a:defRPr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>
                <a:highlight>
                  <a:schemeClr val="accent1"/>
                </a:highlight>
              </a:defRPr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>
                <a:highlight>
                  <a:schemeClr val="accent1"/>
                </a:highlight>
              </a:defRPr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2800"/>
              <a:buNone/>
              <a:defRPr>
                <a:highlight>
                  <a:schemeClr val="accent1"/>
                </a:highlight>
              </a:defRPr>
            </a:lvl9pPr>
          </a:lstStyle>
          <a:p/>
        </p:txBody>
      </p:sp>
      <p:sp>
        <p:nvSpPr>
          <p:cNvPr id="891" name="Google Shape;891;p131"/>
          <p:cNvSpPr txBox="1"/>
          <p:nvPr>
            <p:ph idx="1" type="body"/>
          </p:nvPr>
        </p:nvSpPr>
        <p:spPr>
          <a:xfrm>
            <a:off x="1261875" y="1721376"/>
            <a:ext cx="5762700" cy="20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b="1">
                <a:solidFill>
                  <a:schemeClr val="lt1"/>
                </a:solidFill>
              </a:defRPr>
            </a:lvl1pPr>
            <a:lvl2pPr indent="-3302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b="1">
                <a:solidFill>
                  <a:schemeClr val="lt1"/>
                </a:solidFill>
              </a:defRPr>
            </a:lvl2pPr>
            <a:lvl3pPr indent="-3302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b="1">
                <a:solidFill>
                  <a:schemeClr val="lt1"/>
                </a:solidFill>
              </a:defRPr>
            </a:lvl3pPr>
            <a:lvl4pPr indent="-3302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b="1">
                <a:solidFill>
                  <a:schemeClr val="lt1"/>
                </a:solidFill>
              </a:defRPr>
            </a:lvl4pPr>
            <a:lvl5pPr indent="-3302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b="1">
                <a:solidFill>
                  <a:schemeClr val="lt1"/>
                </a:solidFill>
              </a:defRPr>
            </a:lvl5pPr>
            <a:lvl6pPr indent="-3302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b="1">
                <a:solidFill>
                  <a:schemeClr val="lt1"/>
                </a:solidFill>
              </a:defRPr>
            </a:lvl6pPr>
            <a:lvl7pPr indent="-3302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b="1">
                <a:solidFill>
                  <a:schemeClr val="lt1"/>
                </a:solidFill>
              </a:defRPr>
            </a:lvl7pPr>
            <a:lvl8pPr indent="-3302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b="1">
                <a:solidFill>
                  <a:schemeClr val="lt1"/>
                </a:solidFill>
              </a:defRPr>
            </a:lvl8pPr>
            <a:lvl9pPr indent="-3302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600"/>
              <a:buChar char="■"/>
              <a:defRPr b="1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92" name="Google Shape;892;p131"/>
          <p:cNvSpPr txBox="1"/>
          <p:nvPr>
            <p:ph idx="2" type="subTitle"/>
          </p:nvPr>
        </p:nvSpPr>
        <p:spPr>
          <a:xfrm>
            <a:off x="424450" y="756625"/>
            <a:ext cx="827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>
                <a:highlight>
                  <a:schemeClr val="lt1"/>
                </a:highlight>
              </a:defRPr>
            </a:lvl1pPr>
            <a:lvl2pPr lvl="1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/>
        </p:txBody>
      </p:sp>
      <p:pic>
        <p:nvPicPr>
          <p:cNvPr id="893" name="Google Shape;893;p1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20625" y="1434425"/>
            <a:ext cx="740675" cy="607773"/>
          </a:xfrm>
          <a:prstGeom prst="rect">
            <a:avLst/>
          </a:prstGeom>
          <a:noFill/>
          <a:ln>
            <a:noFill/>
          </a:ln>
        </p:spPr>
      </p:pic>
      <p:sp>
        <p:nvSpPr>
          <p:cNvPr id="894" name="Google Shape;894;p13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.1 Quote slide - Gold">
  <p:cSld name="CUSTOM_23_1_1_2_1_1_1_1_1_1_1_1_1_1_2">
    <p:bg>
      <p:bgPr>
        <a:solidFill>
          <a:schemeClr val="accent1"/>
        </a:solidFill>
      </p:bgPr>
    </p:bg>
    <p:spTree>
      <p:nvGrpSpPr>
        <p:cNvPr id="895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p132"/>
          <p:cNvSpPr txBox="1"/>
          <p:nvPr>
            <p:ph type="title"/>
          </p:nvPr>
        </p:nvSpPr>
        <p:spPr>
          <a:xfrm>
            <a:off x="420625" y="320050"/>
            <a:ext cx="8275200" cy="4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  <a:highlight>
                  <a:schemeClr val="dk1"/>
                </a:highlight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highlight>
                  <a:schemeClr val="dk1"/>
                </a:highlight>
              </a:defRPr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highlight>
                  <a:schemeClr val="dk1"/>
                </a:highlight>
              </a:defRPr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highlight>
                  <a:schemeClr val="dk1"/>
                </a:highlight>
              </a:defRPr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highlight>
                  <a:schemeClr val="dk1"/>
                </a:highlight>
              </a:defRPr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highlight>
                  <a:schemeClr val="dk1"/>
                </a:highlight>
              </a:defRPr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highlight>
                  <a:schemeClr val="dk1"/>
                </a:highlight>
              </a:defRPr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highlight>
                  <a:schemeClr val="dk1"/>
                </a:highlight>
              </a:defRPr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897" name="Google Shape;897;p132"/>
          <p:cNvSpPr txBox="1"/>
          <p:nvPr>
            <p:ph idx="1" type="body"/>
          </p:nvPr>
        </p:nvSpPr>
        <p:spPr>
          <a:xfrm>
            <a:off x="1261875" y="1721376"/>
            <a:ext cx="5762700" cy="20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b="1"/>
            </a:lvl1pPr>
            <a:lvl2pPr indent="-3302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 b="1"/>
            </a:lvl2pPr>
            <a:lvl3pPr indent="-3302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■"/>
              <a:defRPr b="1"/>
            </a:lvl3pPr>
            <a:lvl4pPr indent="-3302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  <a:defRPr b="1"/>
            </a:lvl4pPr>
            <a:lvl5pPr indent="-3302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 b="1"/>
            </a:lvl5pPr>
            <a:lvl6pPr indent="-3302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■"/>
              <a:defRPr b="1"/>
            </a:lvl6pPr>
            <a:lvl7pPr indent="-3302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  <a:defRPr b="1"/>
            </a:lvl7pPr>
            <a:lvl8pPr indent="-3302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 b="1"/>
            </a:lvl8pPr>
            <a:lvl9pPr indent="-3302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600"/>
              <a:buChar char="■"/>
              <a:defRPr b="1"/>
            </a:lvl9pPr>
          </a:lstStyle>
          <a:p/>
        </p:txBody>
      </p:sp>
      <p:sp>
        <p:nvSpPr>
          <p:cNvPr id="898" name="Google Shape;898;p132"/>
          <p:cNvSpPr txBox="1"/>
          <p:nvPr>
            <p:ph idx="2" type="subTitle"/>
          </p:nvPr>
        </p:nvSpPr>
        <p:spPr>
          <a:xfrm>
            <a:off x="424450" y="756625"/>
            <a:ext cx="827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>
                <a:highlight>
                  <a:schemeClr val="lt1"/>
                </a:highlight>
              </a:defRPr>
            </a:lvl1pPr>
            <a:lvl2pPr lvl="1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>
                <a:highlight>
                  <a:schemeClr val="lt1"/>
                </a:highlight>
              </a:defRPr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>
                <a:highlight>
                  <a:schemeClr val="lt1"/>
                </a:highlight>
              </a:defRPr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>
                <a:highlight>
                  <a:schemeClr val="lt1"/>
                </a:highlight>
              </a:defRPr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>
                <a:highlight>
                  <a:schemeClr val="lt1"/>
                </a:highlight>
              </a:defRPr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>
                <a:highlight>
                  <a:schemeClr val="lt1"/>
                </a:highlight>
              </a:defRPr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>
                <a:highlight>
                  <a:schemeClr val="lt1"/>
                </a:highlight>
              </a:defRPr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>
                <a:highlight>
                  <a:schemeClr val="lt1"/>
                </a:highlight>
              </a:defRPr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600"/>
              <a:buNone/>
              <a:defRPr>
                <a:highlight>
                  <a:schemeClr val="lt1"/>
                </a:highlight>
              </a:defRPr>
            </a:lvl9pPr>
          </a:lstStyle>
          <a:p/>
        </p:txBody>
      </p:sp>
      <p:pic>
        <p:nvPicPr>
          <p:cNvPr id="899" name="Google Shape;899;p1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20625" y="1434425"/>
            <a:ext cx="740675" cy="607773"/>
          </a:xfrm>
          <a:prstGeom prst="rect">
            <a:avLst/>
          </a:prstGeom>
          <a:noFill/>
          <a:ln>
            <a:noFill/>
          </a:ln>
        </p:spPr>
      </p:pic>
      <p:sp>
        <p:nvSpPr>
          <p:cNvPr id="900" name="Google Shape;900;p13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.2 Quote slide - White">
  <p:cSld name="CUSTOM_23_1_1_2_1_1_1_1_1_1_1_1_1_1_4">
    <p:spTree>
      <p:nvGrpSpPr>
        <p:cNvPr id="90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p133"/>
          <p:cNvSpPr txBox="1"/>
          <p:nvPr>
            <p:ph type="title"/>
          </p:nvPr>
        </p:nvSpPr>
        <p:spPr>
          <a:xfrm>
            <a:off x="420625" y="320050"/>
            <a:ext cx="8275200" cy="4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highlight>
                  <a:schemeClr val="accent1"/>
                </a:highlight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highlight>
                  <a:schemeClr val="accent1"/>
                </a:highlight>
              </a:defRPr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>
                <a:highlight>
                  <a:schemeClr val="accent1"/>
                </a:highlight>
              </a:defRPr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>
                <a:highlight>
                  <a:schemeClr val="accent1"/>
                </a:highlight>
              </a:defRPr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>
                <a:highlight>
                  <a:schemeClr val="accent1"/>
                </a:highlight>
              </a:defRPr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>
                <a:highlight>
                  <a:schemeClr val="accent1"/>
                </a:highlight>
              </a:defRPr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>
                <a:highlight>
                  <a:schemeClr val="accent1"/>
                </a:highlight>
              </a:defRPr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>
                <a:highlight>
                  <a:schemeClr val="accent1"/>
                </a:highlight>
              </a:defRPr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2800"/>
              <a:buNone/>
              <a:defRPr>
                <a:highlight>
                  <a:schemeClr val="accent1"/>
                </a:highlight>
              </a:defRPr>
            </a:lvl9pPr>
          </a:lstStyle>
          <a:p/>
        </p:txBody>
      </p:sp>
      <p:sp>
        <p:nvSpPr>
          <p:cNvPr id="903" name="Google Shape;903;p133"/>
          <p:cNvSpPr txBox="1"/>
          <p:nvPr>
            <p:ph idx="1" type="body"/>
          </p:nvPr>
        </p:nvSpPr>
        <p:spPr>
          <a:xfrm>
            <a:off x="2935225" y="1927100"/>
            <a:ext cx="5760600" cy="20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b="1"/>
            </a:lvl1pPr>
            <a:lvl2pPr indent="-3302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 b="1"/>
            </a:lvl2pPr>
            <a:lvl3pPr indent="-3302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■"/>
              <a:defRPr b="1"/>
            </a:lvl3pPr>
            <a:lvl4pPr indent="-3302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  <a:defRPr b="1"/>
            </a:lvl4pPr>
            <a:lvl5pPr indent="-3302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 b="1"/>
            </a:lvl5pPr>
            <a:lvl6pPr indent="-3302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■"/>
              <a:defRPr b="1"/>
            </a:lvl6pPr>
            <a:lvl7pPr indent="-3302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  <a:defRPr b="1"/>
            </a:lvl7pPr>
            <a:lvl8pPr indent="-3302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 b="1"/>
            </a:lvl8pPr>
            <a:lvl9pPr indent="-3302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600"/>
              <a:buChar char="■"/>
              <a:defRPr b="1"/>
            </a:lvl9pPr>
          </a:lstStyle>
          <a:p/>
        </p:txBody>
      </p:sp>
      <p:sp>
        <p:nvSpPr>
          <p:cNvPr id="904" name="Google Shape;904;p133"/>
          <p:cNvSpPr txBox="1"/>
          <p:nvPr>
            <p:ph idx="2" type="subTitle"/>
          </p:nvPr>
        </p:nvSpPr>
        <p:spPr>
          <a:xfrm>
            <a:off x="424450" y="756625"/>
            <a:ext cx="827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  <a:highlight>
                  <a:schemeClr val="dk1"/>
                </a:highlight>
              </a:defRPr>
            </a:lvl1pPr>
            <a:lvl2pPr lvl="1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/>
        </p:txBody>
      </p:sp>
      <p:sp>
        <p:nvSpPr>
          <p:cNvPr id="905" name="Google Shape;905;p133"/>
          <p:cNvSpPr/>
          <p:nvPr>
            <p:ph idx="3" type="pic"/>
          </p:nvPr>
        </p:nvSpPr>
        <p:spPr>
          <a:xfrm>
            <a:off x="640075" y="1586948"/>
            <a:ext cx="1773900" cy="1773900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6" name="Google Shape;906;p133"/>
          <p:cNvSpPr txBox="1"/>
          <p:nvPr/>
        </p:nvSpPr>
        <p:spPr>
          <a:xfrm>
            <a:off x="2761168" y="882234"/>
            <a:ext cx="1119000" cy="7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0"/>
              <a:buFont typeface="Arial"/>
              <a:buNone/>
            </a:pPr>
            <a:r>
              <a:rPr b="1" i="0" lang="en-US" sz="115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 b="1" i="0" sz="115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7" name="Google Shape;907;p13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.2 Quote slide - Black">
  <p:cSld name="CUSTOM_23_1_1_2_1_1_1_1_1_1_1_1_1_1_4_1">
    <p:bg>
      <p:bgPr>
        <a:solidFill>
          <a:schemeClr val="dk1"/>
        </a:solidFill>
      </p:bgPr>
    </p:bg>
    <p:spTree>
      <p:nvGrpSpPr>
        <p:cNvPr id="908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p134"/>
          <p:cNvSpPr txBox="1"/>
          <p:nvPr>
            <p:ph idx="1" type="body"/>
          </p:nvPr>
        </p:nvSpPr>
        <p:spPr>
          <a:xfrm>
            <a:off x="2935225" y="1927100"/>
            <a:ext cx="5760600" cy="20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b="1">
                <a:solidFill>
                  <a:schemeClr val="lt1"/>
                </a:solidFill>
              </a:defRPr>
            </a:lvl1pPr>
            <a:lvl2pPr indent="-3302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b="1">
                <a:solidFill>
                  <a:schemeClr val="lt1"/>
                </a:solidFill>
              </a:defRPr>
            </a:lvl2pPr>
            <a:lvl3pPr indent="-3302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b="1">
                <a:solidFill>
                  <a:schemeClr val="lt1"/>
                </a:solidFill>
              </a:defRPr>
            </a:lvl3pPr>
            <a:lvl4pPr indent="-3302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b="1">
                <a:solidFill>
                  <a:schemeClr val="lt1"/>
                </a:solidFill>
              </a:defRPr>
            </a:lvl4pPr>
            <a:lvl5pPr indent="-3302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b="1">
                <a:solidFill>
                  <a:schemeClr val="lt1"/>
                </a:solidFill>
              </a:defRPr>
            </a:lvl5pPr>
            <a:lvl6pPr indent="-3302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b="1">
                <a:solidFill>
                  <a:schemeClr val="lt1"/>
                </a:solidFill>
              </a:defRPr>
            </a:lvl6pPr>
            <a:lvl7pPr indent="-3302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b="1">
                <a:solidFill>
                  <a:schemeClr val="lt1"/>
                </a:solidFill>
              </a:defRPr>
            </a:lvl7pPr>
            <a:lvl8pPr indent="-3302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b="1">
                <a:solidFill>
                  <a:schemeClr val="lt1"/>
                </a:solidFill>
              </a:defRPr>
            </a:lvl8pPr>
            <a:lvl9pPr indent="-3302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600"/>
              <a:buChar char="■"/>
              <a:defRPr b="1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10" name="Google Shape;910;p134"/>
          <p:cNvSpPr/>
          <p:nvPr>
            <p:ph idx="2" type="pic"/>
          </p:nvPr>
        </p:nvSpPr>
        <p:spPr>
          <a:xfrm>
            <a:off x="640075" y="1586948"/>
            <a:ext cx="1773900" cy="1773900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1" name="Google Shape;911;p134"/>
          <p:cNvSpPr txBox="1"/>
          <p:nvPr/>
        </p:nvSpPr>
        <p:spPr>
          <a:xfrm>
            <a:off x="2761168" y="882234"/>
            <a:ext cx="1119000" cy="7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0"/>
              <a:buFont typeface="Arial"/>
              <a:buNone/>
            </a:pPr>
            <a:r>
              <a:rPr b="1" i="0" lang="en-US" sz="115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 b="1" i="0" sz="115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2" name="Google Shape;912;p134"/>
          <p:cNvSpPr txBox="1"/>
          <p:nvPr>
            <p:ph type="title"/>
          </p:nvPr>
        </p:nvSpPr>
        <p:spPr>
          <a:xfrm>
            <a:off x="420625" y="320050"/>
            <a:ext cx="8275200" cy="4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highlight>
                  <a:schemeClr val="accent1"/>
                </a:highlight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highlight>
                  <a:schemeClr val="accent1"/>
                </a:highlight>
              </a:defRPr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>
                <a:highlight>
                  <a:schemeClr val="accent1"/>
                </a:highlight>
              </a:defRPr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>
                <a:highlight>
                  <a:schemeClr val="accent1"/>
                </a:highlight>
              </a:defRPr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>
                <a:highlight>
                  <a:schemeClr val="accent1"/>
                </a:highlight>
              </a:defRPr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>
                <a:highlight>
                  <a:schemeClr val="accent1"/>
                </a:highlight>
              </a:defRPr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>
                <a:highlight>
                  <a:schemeClr val="accent1"/>
                </a:highlight>
              </a:defRPr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>
                <a:highlight>
                  <a:schemeClr val="accent1"/>
                </a:highlight>
              </a:defRPr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2800"/>
              <a:buNone/>
              <a:defRPr>
                <a:highlight>
                  <a:schemeClr val="accent1"/>
                </a:highlight>
              </a:defRPr>
            </a:lvl9pPr>
          </a:lstStyle>
          <a:p/>
        </p:txBody>
      </p:sp>
      <p:sp>
        <p:nvSpPr>
          <p:cNvPr id="913" name="Google Shape;913;p134"/>
          <p:cNvSpPr txBox="1"/>
          <p:nvPr>
            <p:ph idx="3" type="subTitle"/>
          </p:nvPr>
        </p:nvSpPr>
        <p:spPr>
          <a:xfrm>
            <a:off x="424450" y="756625"/>
            <a:ext cx="827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>
                <a:highlight>
                  <a:schemeClr val="lt1"/>
                </a:highlight>
              </a:defRPr>
            </a:lvl1pPr>
            <a:lvl2pPr lvl="1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/>
        </p:txBody>
      </p:sp>
      <p:sp>
        <p:nvSpPr>
          <p:cNvPr id="914" name="Google Shape;914;p13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.2 Quote slide - Gold">
  <p:cSld name="CUSTOM_23_1_1_2_1_1_1_1_1_1_1_1_1_1_4_2">
    <p:bg>
      <p:bgPr>
        <a:solidFill>
          <a:schemeClr val="accent1"/>
        </a:solidFill>
      </p:bgPr>
    </p:bg>
    <p:spTree>
      <p:nvGrpSpPr>
        <p:cNvPr id="915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p135"/>
          <p:cNvSpPr txBox="1"/>
          <p:nvPr>
            <p:ph type="title"/>
          </p:nvPr>
        </p:nvSpPr>
        <p:spPr>
          <a:xfrm>
            <a:off x="420625" y="320050"/>
            <a:ext cx="8275200" cy="4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  <a:highlight>
                  <a:schemeClr val="dk1"/>
                </a:highlight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highlight>
                  <a:schemeClr val="accent1"/>
                </a:highlight>
              </a:defRPr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>
                <a:highlight>
                  <a:schemeClr val="accent1"/>
                </a:highlight>
              </a:defRPr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>
                <a:highlight>
                  <a:schemeClr val="accent1"/>
                </a:highlight>
              </a:defRPr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>
                <a:highlight>
                  <a:schemeClr val="accent1"/>
                </a:highlight>
              </a:defRPr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>
                <a:highlight>
                  <a:schemeClr val="accent1"/>
                </a:highlight>
              </a:defRPr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>
                <a:highlight>
                  <a:schemeClr val="accent1"/>
                </a:highlight>
              </a:defRPr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>
                <a:highlight>
                  <a:schemeClr val="accent1"/>
                </a:highlight>
              </a:defRPr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2800"/>
              <a:buNone/>
              <a:defRPr>
                <a:highlight>
                  <a:schemeClr val="accent1"/>
                </a:highlight>
              </a:defRPr>
            </a:lvl9pPr>
          </a:lstStyle>
          <a:p/>
        </p:txBody>
      </p:sp>
      <p:sp>
        <p:nvSpPr>
          <p:cNvPr id="917" name="Google Shape;917;p135"/>
          <p:cNvSpPr txBox="1"/>
          <p:nvPr>
            <p:ph idx="1" type="body"/>
          </p:nvPr>
        </p:nvSpPr>
        <p:spPr>
          <a:xfrm>
            <a:off x="2935225" y="1927100"/>
            <a:ext cx="5760600" cy="20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b="1"/>
            </a:lvl1pPr>
            <a:lvl2pPr indent="-3302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 b="1"/>
            </a:lvl2pPr>
            <a:lvl3pPr indent="-3302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■"/>
              <a:defRPr b="1"/>
            </a:lvl3pPr>
            <a:lvl4pPr indent="-3302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  <a:defRPr b="1"/>
            </a:lvl4pPr>
            <a:lvl5pPr indent="-3302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 b="1"/>
            </a:lvl5pPr>
            <a:lvl6pPr indent="-3302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■"/>
              <a:defRPr b="1"/>
            </a:lvl6pPr>
            <a:lvl7pPr indent="-3302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  <a:defRPr b="1"/>
            </a:lvl7pPr>
            <a:lvl8pPr indent="-3302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 b="1"/>
            </a:lvl8pPr>
            <a:lvl9pPr indent="-3302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600"/>
              <a:buChar char="■"/>
              <a:defRPr b="1"/>
            </a:lvl9pPr>
          </a:lstStyle>
          <a:p/>
        </p:txBody>
      </p:sp>
      <p:sp>
        <p:nvSpPr>
          <p:cNvPr id="918" name="Google Shape;918;p135"/>
          <p:cNvSpPr txBox="1"/>
          <p:nvPr>
            <p:ph idx="2" type="subTitle"/>
          </p:nvPr>
        </p:nvSpPr>
        <p:spPr>
          <a:xfrm>
            <a:off x="424450" y="756625"/>
            <a:ext cx="827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>
                <a:highlight>
                  <a:schemeClr val="lt1"/>
                </a:highlight>
              </a:defRPr>
            </a:lvl1pPr>
            <a:lvl2pPr lvl="1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/>
        </p:txBody>
      </p:sp>
      <p:sp>
        <p:nvSpPr>
          <p:cNvPr id="919" name="Google Shape;919;p135"/>
          <p:cNvSpPr/>
          <p:nvPr>
            <p:ph idx="3" type="pic"/>
          </p:nvPr>
        </p:nvSpPr>
        <p:spPr>
          <a:xfrm>
            <a:off x="640075" y="1586948"/>
            <a:ext cx="1773900" cy="1773900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0" name="Google Shape;920;p135"/>
          <p:cNvSpPr txBox="1"/>
          <p:nvPr/>
        </p:nvSpPr>
        <p:spPr>
          <a:xfrm>
            <a:off x="2761168" y="882234"/>
            <a:ext cx="1119000" cy="7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0"/>
              <a:buFont typeface="Arial"/>
              <a:buNone/>
            </a:pPr>
            <a:r>
              <a:rPr b="1" i="0" lang="en-US" sz="1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 b="1" i="0" sz="11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1" name="Google Shape;921;p13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 Photo slide options →">
  <p:cSld name="CUSTOM_23_1_1_1_1_2_1_1_1_1_1_1_1_1_1_3_1">
    <p:bg>
      <p:bgPr>
        <a:solidFill>
          <a:schemeClr val="accent5"/>
        </a:solidFill>
      </p:bgPr>
    </p:bg>
    <p:spTree>
      <p:nvGrpSpPr>
        <p:cNvPr id="922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p136"/>
          <p:cNvSpPr txBox="1"/>
          <p:nvPr/>
        </p:nvSpPr>
        <p:spPr>
          <a:xfrm>
            <a:off x="2411725" y="2073000"/>
            <a:ext cx="6732300" cy="99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rgbClr val="FFFFFF"/>
                </a:solidFill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Photo slides</a:t>
            </a:r>
            <a:endParaRPr b="1" i="0" sz="7200" u="none" cap="none" strike="noStrike">
              <a:solidFill>
                <a:srgbClr val="FFFFFF"/>
              </a:solidFill>
              <a:highlight>
                <a:schemeClr val="dk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4" name="Google Shape;924;p136"/>
          <p:cNvSpPr/>
          <p:nvPr/>
        </p:nvSpPr>
        <p:spPr>
          <a:xfrm>
            <a:off x="0" y="0"/>
            <a:ext cx="2168400" cy="5143500"/>
          </a:xfrm>
          <a:prstGeom prst="rightArrowCallout">
            <a:avLst>
              <a:gd fmla="val 25000" name="adj1"/>
              <a:gd fmla="val 25000" name="adj2"/>
              <a:gd fmla="val 25000" name="adj3"/>
              <a:gd fmla="val 64977" name="adj4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5" name="Google Shape;925;p13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Photo slide - Background">
  <p:cSld name="CUSTOM_28">
    <p:spTree>
      <p:nvGrpSpPr>
        <p:cNvPr id="926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Google Shape;927;p137"/>
          <p:cNvSpPr/>
          <p:nvPr>
            <p:ph idx="2" type="pic"/>
          </p:nvPr>
        </p:nvSpPr>
        <p:spPr>
          <a:xfrm>
            <a:off x="-29300" y="-30900"/>
            <a:ext cx="9182400" cy="516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8" name="Google Shape;928;p13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Photo slide - Grid">
  <p:cSld name="CUSTOM_23_1_1_1_2"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p138"/>
          <p:cNvSpPr/>
          <p:nvPr>
            <p:ph idx="2" type="pic"/>
          </p:nvPr>
        </p:nvSpPr>
        <p:spPr>
          <a:xfrm>
            <a:off x="63" y="13"/>
            <a:ext cx="2202600" cy="2515200"/>
          </a:xfrm>
          <a:prstGeom prst="rect">
            <a:avLst/>
          </a:prstGeom>
          <a:noFill/>
          <a:ln>
            <a:noFill/>
          </a:ln>
        </p:spPr>
      </p:sp>
      <p:sp>
        <p:nvSpPr>
          <p:cNvPr id="931" name="Google Shape;931;p138"/>
          <p:cNvSpPr/>
          <p:nvPr>
            <p:ph idx="3" type="pic"/>
          </p:nvPr>
        </p:nvSpPr>
        <p:spPr>
          <a:xfrm>
            <a:off x="63" y="2617758"/>
            <a:ext cx="2202600" cy="2525700"/>
          </a:xfrm>
          <a:prstGeom prst="rect">
            <a:avLst/>
          </a:prstGeom>
          <a:noFill/>
          <a:ln>
            <a:noFill/>
          </a:ln>
        </p:spPr>
      </p:sp>
      <p:sp>
        <p:nvSpPr>
          <p:cNvPr id="932" name="Google Shape;932;p138"/>
          <p:cNvSpPr/>
          <p:nvPr>
            <p:ph idx="4" type="pic"/>
          </p:nvPr>
        </p:nvSpPr>
        <p:spPr>
          <a:xfrm>
            <a:off x="2313818" y="13"/>
            <a:ext cx="2202600" cy="2515200"/>
          </a:xfrm>
          <a:prstGeom prst="rect">
            <a:avLst/>
          </a:prstGeom>
          <a:noFill/>
          <a:ln>
            <a:noFill/>
          </a:ln>
        </p:spPr>
      </p:sp>
      <p:sp>
        <p:nvSpPr>
          <p:cNvPr id="933" name="Google Shape;933;p138"/>
          <p:cNvSpPr/>
          <p:nvPr>
            <p:ph idx="5" type="pic"/>
          </p:nvPr>
        </p:nvSpPr>
        <p:spPr>
          <a:xfrm>
            <a:off x="2313818" y="2617758"/>
            <a:ext cx="2202600" cy="2525700"/>
          </a:xfrm>
          <a:prstGeom prst="rect">
            <a:avLst/>
          </a:prstGeom>
          <a:noFill/>
          <a:ln>
            <a:noFill/>
          </a:ln>
        </p:spPr>
      </p:sp>
      <p:sp>
        <p:nvSpPr>
          <p:cNvPr id="934" name="Google Shape;934;p138"/>
          <p:cNvSpPr/>
          <p:nvPr>
            <p:ph idx="6" type="pic"/>
          </p:nvPr>
        </p:nvSpPr>
        <p:spPr>
          <a:xfrm>
            <a:off x="4627573" y="13"/>
            <a:ext cx="2202600" cy="2515200"/>
          </a:xfrm>
          <a:prstGeom prst="rect">
            <a:avLst/>
          </a:prstGeom>
          <a:noFill/>
          <a:ln>
            <a:noFill/>
          </a:ln>
        </p:spPr>
      </p:sp>
      <p:sp>
        <p:nvSpPr>
          <p:cNvPr id="935" name="Google Shape;935;p138"/>
          <p:cNvSpPr/>
          <p:nvPr>
            <p:ph idx="7" type="pic"/>
          </p:nvPr>
        </p:nvSpPr>
        <p:spPr>
          <a:xfrm>
            <a:off x="4627573" y="2617758"/>
            <a:ext cx="2202600" cy="2525700"/>
          </a:xfrm>
          <a:prstGeom prst="rect">
            <a:avLst/>
          </a:prstGeom>
          <a:noFill/>
          <a:ln>
            <a:noFill/>
          </a:ln>
        </p:spPr>
      </p:sp>
      <p:sp>
        <p:nvSpPr>
          <p:cNvPr id="936" name="Google Shape;936;p138"/>
          <p:cNvSpPr/>
          <p:nvPr>
            <p:ph idx="8" type="pic"/>
          </p:nvPr>
        </p:nvSpPr>
        <p:spPr>
          <a:xfrm>
            <a:off x="6941328" y="13"/>
            <a:ext cx="2202600" cy="2515200"/>
          </a:xfrm>
          <a:prstGeom prst="rect">
            <a:avLst/>
          </a:prstGeom>
          <a:noFill/>
          <a:ln>
            <a:noFill/>
          </a:ln>
        </p:spPr>
      </p:sp>
      <p:sp>
        <p:nvSpPr>
          <p:cNvPr id="937" name="Google Shape;937;p138"/>
          <p:cNvSpPr/>
          <p:nvPr>
            <p:ph idx="9" type="pic"/>
          </p:nvPr>
        </p:nvSpPr>
        <p:spPr>
          <a:xfrm>
            <a:off x="6941328" y="2617758"/>
            <a:ext cx="2202600" cy="2525700"/>
          </a:xfrm>
          <a:prstGeom prst="rect">
            <a:avLst/>
          </a:prstGeom>
          <a:noFill/>
          <a:ln>
            <a:noFill/>
          </a:ln>
        </p:spPr>
      </p:sp>
      <p:sp>
        <p:nvSpPr>
          <p:cNvPr id="938" name="Google Shape;938;p13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Photo slide - Mosaic">
  <p:cSld name="CUSTOM_23_1_1_1_2_1"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p139"/>
          <p:cNvSpPr/>
          <p:nvPr>
            <p:ph idx="2" type="pic"/>
          </p:nvPr>
        </p:nvSpPr>
        <p:spPr>
          <a:xfrm>
            <a:off x="-10414" y="2136"/>
            <a:ext cx="2623800" cy="1675800"/>
          </a:xfrm>
          <a:prstGeom prst="rect">
            <a:avLst/>
          </a:prstGeom>
          <a:noFill/>
          <a:ln>
            <a:noFill/>
          </a:ln>
        </p:spPr>
      </p:sp>
      <p:sp>
        <p:nvSpPr>
          <p:cNvPr id="941" name="Google Shape;941;p139"/>
          <p:cNvSpPr/>
          <p:nvPr>
            <p:ph idx="3" type="pic"/>
          </p:nvPr>
        </p:nvSpPr>
        <p:spPr>
          <a:xfrm>
            <a:off x="-10425" y="1746100"/>
            <a:ext cx="2623800" cy="3397500"/>
          </a:xfrm>
          <a:prstGeom prst="rect">
            <a:avLst/>
          </a:prstGeom>
          <a:noFill/>
          <a:ln>
            <a:noFill/>
          </a:ln>
        </p:spPr>
      </p:sp>
      <p:sp>
        <p:nvSpPr>
          <p:cNvPr id="942" name="Google Shape;942;p139"/>
          <p:cNvSpPr/>
          <p:nvPr>
            <p:ph idx="4" type="pic"/>
          </p:nvPr>
        </p:nvSpPr>
        <p:spPr>
          <a:xfrm>
            <a:off x="2682550" y="1458075"/>
            <a:ext cx="3327600" cy="1675800"/>
          </a:xfrm>
          <a:prstGeom prst="rect">
            <a:avLst/>
          </a:prstGeom>
          <a:noFill/>
          <a:ln>
            <a:noFill/>
          </a:ln>
        </p:spPr>
      </p:sp>
      <p:sp>
        <p:nvSpPr>
          <p:cNvPr id="943" name="Google Shape;943;p139"/>
          <p:cNvSpPr/>
          <p:nvPr>
            <p:ph idx="5" type="pic"/>
          </p:nvPr>
        </p:nvSpPr>
        <p:spPr>
          <a:xfrm>
            <a:off x="2682544" y="2136"/>
            <a:ext cx="1749300" cy="1393200"/>
          </a:xfrm>
          <a:prstGeom prst="rect">
            <a:avLst/>
          </a:prstGeom>
          <a:noFill/>
          <a:ln>
            <a:noFill/>
          </a:ln>
        </p:spPr>
      </p:sp>
      <p:sp>
        <p:nvSpPr>
          <p:cNvPr id="944" name="Google Shape;944;p139"/>
          <p:cNvSpPr/>
          <p:nvPr>
            <p:ph idx="6" type="pic"/>
          </p:nvPr>
        </p:nvSpPr>
        <p:spPr>
          <a:xfrm>
            <a:off x="4490588" y="2136"/>
            <a:ext cx="1519500" cy="1393200"/>
          </a:xfrm>
          <a:prstGeom prst="rect">
            <a:avLst/>
          </a:prstGeom>
          <a:noFill/>
          <a:ln>
            <a:noFill/>
          </a:ln>
        </p:spPr>
      </p:sp>
      <p:sp>
        <p:nvSpPr>
          <p:cNvPr id="945" name="Google Shape;945;p139"/>
          <p:cNvSpPr/>
          <p:nvPr>
            <p:ph idx="7" type="pic"/>
          </p:nvPr>
        </p:nvSpPr>
        <p:spPr>
          <a:xfrm>
            <a:off x="6068831" y="2136"/>
            <a:ext cx="1560600" cy="3131700"/>
          </a:xfrm>
          <a:prstGeom prst="rect">
            <a:avLst/>
          </a:prstGeom>
          <a:noFill/>
          <a:ln>
            <a:noFill/>
          </a:ln>
        </p:spPr>
      </p:sp>
      <p:sp>
        <p:nvSpPr>
          <p:cNvPr id="946" name="Google Shape;946;p139"/>
          <p:cNvSpPr/>
          <p:nvPr>
            <p:ph idx="8" type="pic"/>
          </p:nvPr>
        </p:nvSpPr>
        <p:spPr>
          <a:xfrm>
            <a:off x="7688175" y="2136"/>
            <a:ext cx="1455900" cy="3131700"/>
          </a:xfrm>
          <a:prstGeom prst="rect">
            <a:avLst/>
          </a:prstGeom>
          <a:noFill/>
          <a:ln>
            <a:noFill/>
          </a:ln>
        </p:spPr>
      </p:sp>
      <p:sp>
        <p:nvSpPr>
          <p:cNvPr id="947" name="Google Shape;947;p139"/>
          <p:cNvSpPr/>
          <p:nvPr>
            <p:ph idx="9" type="pic"/>
          </p:nvPr>
        </p:nvSpPr>
        <p:spPr>
          <a:xfrm>
            <a:off x="2682550" y="3186300"/>
            <a:ext cx="6461400" cy="1957200"/>
          </a:xfrm>
          <a:prstGeom prst="rect">
            <a:avLst/>
          </a:prstGeom>
          <a:noFill/>
          <a:ln>
            <a:noFill/>
          </a:ln>
        </p:spPr>
      </p:sp>
      <p:sp>
        <p:nvSpPr>
          <p:cNvPr id="948" name="Google Shape;948;p13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Blank slides: brand color options →">
  <p:cSld name="CUSTOM_23_1_1_1_1_2_1_1_1_1_1_1_1_1_1">
    <p:bg>
      <p:bgPr>
        <a:solidFill>
          <a:schemeClr val="accent5"/>
        </a:solidFill>
      </p:bgPr>
    </p:bg>
    <p:spTree>
      <p:nvGrpSpPr>
        <p:cNvPr id="949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p140"/>
          <p:cNvSpPr txBox="1"/>
          <p:nvPr/>
        </p:nvSpPr>
        <p:spPr>
          <a:xfrm>
            <a:off x="2411725" y="1574250"/>
            <a:ext cx="6732300" cy="199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rgbClr val="FFFFFF"/>
                </a:solidFill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Blank slides: brand colors</a:t>
            </a:r>
            <a:endParaRPr b="1" i="0" sz="7200" u="none" cap="none" strike="noStrike">
              <a:solidFill>
                <a:srgbClr val="FFFFFF"/>
              </a:solidFill>
              <a:highlight>
                <a:schemeClr val="dk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1" name="Google Shape;951;p140"/>
          <p:cNvSpPr/>
          <p:nvPr/>
        </p:nvSpPr>
        <p:spPr>
          <a:xfrm>
            <a:off x="0" y="0"/>
            <a:ext cx="2168400" cy="5143500"/>
          </a:xfrm>
          <a:prstGeom prst="rightArrowCallout">
            <a:avLst>
              <a:gd fmla="val 25000" name="adj1"/>
              <a:gd fmla="val 25000" name="adj2"/>
              <a:gd fmla="val 25000" name="adj3"/>
              <a:gd fmla="val 64977" name="adj4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2" name="Google Shape;952;p14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.0 Standard blank slide">
  <p:cSld name="CUSTOM_27"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p14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Blank slides: brand colors - White">
  <p:cSld name="CUSTOM_27_2">
    <p:spTree>
      <p:nvGrpSpPr>
        <p:cNvPr id="955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p14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Blank slides: brand colors - Black">
  <p:cSld name="CUSTOM_26">
    <p:bg>
      <p:bgPr>
        <a:solidFill>
          <a:schemeClr val="dk1"/>
        </a:solidFill>
      </p:bgPr>
    </p:bg>
    <p:spTree>
      <p:nvGrpSpPr>
        <p:cNvPr id="957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p14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Blank slides: brand colors - Gold">
  <p:cSld name="CUSTOM_27_1">
    <p:bg>
      <p:bgPr>
        <a:solidFill>
          <a:schemeClr val="accent1"/>
        </a:solidFill>
      </p:bgPr>
    </p:bg>
    <p:spTree>
      <p:nvGrpSpPr>
        <p:cNvPr id="959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p14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Blank slides: brand colors - Maroon">
  <p:cSld name="CUSTOM_26_1">
    <p:bg>
      <p:bgPr>
        <a:solidFill>
          <a:schemeClr val="accent2"/>
        </a:solidFill>
      </p:bgPr>
    </p:bg>
    <p:spTree>
      <p:nvGrpSpPr>
        <p:cNvPr id="96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Google Shape;962;p14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Blank slides: brand colors - White">
  <p:cSld name="CUSTOM_23_1_1_2_1_1_1_1_1_1_1_1_1_1_1_2"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U_Horiz_RGB_Digital_MaroonGold.png" id="964" name="Google Shape;964;p146"/>
          <p:cNvPicPr preferRelativeResize="0"/>
          <p:nvPr/>
        </p:nvPicPr>
        <p:blipFill rotWithShape="1">
          <a:blip r:embed="rId2">
            <a:alphaModFix/>
          </a:blip>
          <a:srcRect b="0" l="0" r="57818" t="0"/>
          <a:stretch/>
        </p:blipFill>
        <p:spPr>
          <a:xfrm>
            <a:off x="7867711" y="4336142"/>
            <a:ext cx="989550" cy="651102"/>
          </a:xfrm>
          <a:prstGeom prst="rect">
            <a:avLst/>
          </a:prstGeom>
          <a:noFill/>
          <a:ln>
            <a:noFill/>
          </a:ln>
        </p:spPr>
      </p:pic>
      <p:sp>
        <p:nvSpPr>
          <p:cNvPr id="965" name="Google Shape;965;p14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Blank slides: brand colors - Black">
  <p:cSld name="CUSTOM_22_1_1_1_1_1_1_1_1_1_1_1_1_1_1_1">
    <p:bg>
      <p:bgPr>
        <a:solidFill>
          <a:schemeClr val="dk1"/>
        </a:solidFill>
      </p:bgPr>
    </p:bg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7" name="Google Shape;967;p147"/>
          <p:cNvPicPr preferRelativeResize="0"/>
          <p:nvPr/>
        </p:nvPicPr>
        <p:blipFill rotWithShape="1">
          <a:blip r:embed="rId2">
            <a:alphaModFix/>
          </a:blip>
          <a:srcRect b="8920" l="7060" r="5885" t="13181"/>
          <a:stretch/>
        </p:blipFill>
        <p:spPr>
          <a:xfrm>
            <a:off x="7964425" y="4428975"/>
            <a:ext cx="930449" cy="489050"/>
          </a:xfrm>
          <a:prstGeom prst="rect">
            <a:avLst/>
          </a:prstGeom>
          <a:noFill/>
          <a:ln>
            <a:noFill/>
          </a:ln>
        </p:spPr>
      </p:pic>
      <p:sp>
        <p:nvSpPr>
          <p:cNvPr id="968" name="Google Shape;968;p14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Blank slides: brand colors - Gold">
  <p:cSld name="CUSTOM_23_1_1_1_1_1_1_1_1_1_1_1_1_1_1_1">
    <p:bg>
      <p:bgPr>
        <a:solidFill>
          <a:schemeClr val="accent1"/>
        </a:solidFill>
      </p:bgPr>
    </p:bg>
    <p:spTree>
      <p:nvGrpSpPr>
        <p:cNvPr id="969" name="Shape 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U_Horiz_RGB_Digital_MaroonGold.png" id="970" name="Google Shape;970;p148"/>
          <p:cNvPicPr preferRelativeResize="0"/>
          <p:nvPr/>
        </p:nvPicPr>
        <p:blipFill rotWithShape="1">
          <a:blip r:embed="rId2">
            <a:alphaModFix/>
          </a:blip>
          <a:srcRect b="0" l="0" r="57818" t="0"/>
          <a:stretch/>
        </p:blipFill>
        <p:spPr>
          <a:xfrm>
            <a:off x="7867711" y="4336142"/>
            <a:ext cx="989550" cy="651102"/>
          </a:xfrm>
          <a:prstGeom prst="rect">
            <a:avLst/>
          </a:prstGeom>
          <a:noFill/>
          <a:ln>
            <a:noFill/>
          </a:ln>
        </p:spPr>
      </p:pic>
      <p:sp>
        <p:nvSpPr>
          <p:cNvPr id="971" name="Google Shape;971;p14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Blank slides: brand colors - Maroon">
  <p:cSld name="CUSTOM_23_1_1_1_1_2_1_1_1_1_1_1_1_1_1_1">
    <p:bg>
      <p:bgPr>
        <a:solidFill>
          <a:schemeClr val="accent2"/>
        </a:solidFill>
      </p:bgPr>
    </p:bg>
    <p:spTree>
      <p:nvGrpSpPr>
        <p:cNvPr id="972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3" name="Google Shape;973;p149"/>
          <p:cNvPicPr preferRelativeResize="0"/>
          <p:nvPr/>
        </p:nvPicPr>
        <p:blipFill rotWithShape="1">
          <a:blip r:embed="rId2">
            <a:alphaModFix/>
          </a:blip>
          <a:srcRect b="8920" l="7060" r="5885" t="13181"/>
          <a:stretch/>
        </p:blipFill>
        <p:spPr>
          <a:xfrm>
            <a:off x="7964425" y="4428975"/>
            <a:ext cx="930449" cy="489050"/>
          </a:xfrm>
          <a:prstGeom prst="rect">
            <a:avLst/>
          </a:prstGeom>
          <a:noFill/>
          <a:ln>
            <a:noFill/>
          </a:ln>
        </p:spPr>
      </p:pic>
      <p:sp>
        <p:nvSpPr>
          <p:cNvPr id="974" name="Google Shape;974;p14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Blank slides: brand colors - Photo">
  <p:cSld name="CUSTOM_23_1_1_2_1_1_1_1_1_1_1_1_1_1_1_1">
    <p:spTree>
      <p:nvGrpSpPr>
        <p:cNvPr id="975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p150"/>
          <p:cNvSpPr/>
          <p:nvPr>
            <p:ph idx="2" type="pic"/>
          </p:nvPr>
        </p:nvSpPr>
        <p:spPr>
          <a:xfrm>
            <a:off x="-47625" y="-41200"/>
            <a:ext cx="9201000" cy="51756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977" name="Google Shape;977;p150"/>
          <p:cNvGrpSpPr/>
          <p:nvPr/>
        </p:nvGrpSpPr>
        <p:grpSpPr>
          <a:xfrm>
            <a:off x="7867711" y="4336142"/>
            <a:ext cx="1295214" cy="651102"/>
            <a:chOff x="7867711" y="4336142"/>
            <a:chExt cx="1295214" cy="651102"/>
          </a:xfrm>
        </p:grpSpPr>
        <p:sp>
          <p:nvSpPr>
            <p:cNvPr id="978" name="Google Shape;978;p150"/>
            <p:cNvSpPr/>
            <p:nvPr/>
          </p:nvSpPr>
          <p:spPr>
            <a:xfrm>
              <a:off x="7878325" y="4399875"/>
              <a:ext cx="1284600" cy="5409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ASU_Horiz_RGB_Digital_MaroonGold.png" id="979" name="Google Shape;979;p150"/>
            <p:cNvPicPr preferRelativeResize="0"/>
            <p:nvPr/>
          </p:nvPicPr>
          <p:blipFill rotWithShape="1">
            <a:blip r:embed="rId2">
              <a:alphaModFix/>
            </a:blip>
            <a:srcRect b="0" l="0" r="57818" t="0"/>
            <a:stretch/>
          </p:blipFill>
          <p:spPr>
            <a:xfrm>
              <a:off x="7867711" y="4336142"/>
              <a:ext cx="989550" cy="65110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80" name="Google Shape;980;p15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Blank slides: brand pattern options →">
  <p:cSld name="CUSTOM_23_1_1_1_1_2_1_1_1_1_1_1_1_1_1_3">
    <p:bg>
      <p:bgPr>
        <a:solidFill>
          <a:schemeClr val="accent5"/>
        </a:solidFill>
      </p:bgPr>
    </p:bg>
    <p:spTree>
      <p:nvGrpSpPr>
        <p:cNvPr id="98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p151"/>
          <p:cNvSpPr txBox="1"/>
          <p:nvPr/>
        </p:nvSpPr>
        <p:spPr>
          <a:xfrm>
            <a:off x="2411725" y="1574250"/>
            <a:ext cx="6732300" cy="199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rgbClr val="FFFFFF"/>
                </a:solidFill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Blank slides: brand patterns</a:t>
            </a:r>
            <a:endParaRPr b="1" i="0" sz="7200" u="none" cap="none" strike="noStrike">
              <a:solidFill>
                <a:srgbClr val="FFFFFF"/>
              </a:solidFill>
              <a:highlight>
                <a:schemeClr val="dk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3" name="Google Shape;983;p151"/>
          <p:cNvSpPr/>
          <p:nvPr/>
        </p:nvSpPr>
        <p:spPr>
          <a:xfrm>
            <a:off x="0" y="0"/>
            <a:ext cx="2168400" cy="5143500"/>
          </a:xfrm>
          <a:prstGeom prst="rightArrowCallout">
            <a:avLst>
              <a:gd fmla="val 25000" name="adj1"/>
              <a:gd fmla="val 25000" name="adj2"/>
              <a:gd fmla="val 25000" name="adj3"/>
              <a:gd fmla="val 64977" name="adj4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4" name="Google Shape;984;p15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Blank slides: brand pattern - Topo - White">
  <p:cSld name="CUSTOM_22_1_1_1_1_1_1_1_1_1_1_1_1_1_1_1_1">
    <p:spTree>
      <p:nvGrpSpPr>
        <p:cNvPr id="985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6" name="Google Shape;986;p152"/>
          <p:cNvPicPr preferRelativeResize="0"/>
          <p:nvPr/>
        </p:nvPicPr>
        <p:blipFill rotWithShape="1">
          <a:blip r:embed="rId2">
            <a:alphaModFix/>
          </a:blip>
          <a:srcRect b="0" l="20" r="30" t="0"/>
          <a:stretch/>
        </p:blipFill>
        <p:spPr>
          <a:xfrm>
            <a:off x="0" y="-2225"/>
            <a:ext cx="9144003" cy="5147949"/>
          </a:xfrm>
          <a:prstGeom prst="rect">
            <a:avLst/>
          </a:prstGeom>
          <a:noFill/>
          <a:ln>
            <a:noFill/>
          </a:ln>
        </p:spPr>
      </p:pic>
      <p:sp>
        <p:nvSpPr>
          <p:cNvPr id="987" name="Google Shape;987;p15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Blank slides: brand pattern - Topo - Black">
  <p:cSld name="CUSTOM_23_1_1_2_1_1_1_1_1_1_1_1_1_1_1_1_1_2_1">
    <p:bg>
      <p:bgPr>
        <a:solidFill>
          <a:schemeClr val="dk1"/>
        </a:solidFill>
      </p:bgPr>
    </p:bg>
    <p:spTree>
      <p:nvGrpSpPr>
        <p:cNvPr id="988" name="Shape 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9" name="Google Shape;989;p153"/>
          <p:cNvPicPr preferRelativeResize="0"/>
          <p:nvPr/>
        </p:nvPicPr>
        <p:blipFill rotWithShape="1">
          <a:blip r:embed="rId2">
            <a:alphaModFix/>
          </a:blip>
          <a:srcRect b="0" l="40" r="50" t="0"/>
          <a:stretch/>
        </p:blipFill>
        <p:spPr>
          <a:xfrm>
            <a:off x="0" y="-5587"/>
            <a:ext cx="9144003" cy="5150127"/>
          </a:xfrm>
          <a:prstGeom prst="rect">
            <a:avLst/>
          </a:prstGeom>
          <a:noFill/>
          <a:ln>
            <a:noFill/>
          </a:ln>
        </p:spPr>
      </p:pic>
      <p:sp>
        <p:nvSpPr>
          <p:cNvPr id="990" name="Google Shape;990;p15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Blank slides: brand pattern - Morse Code - White">
  <p:cSld name="CUSTOM_23_1_1_1_1_1_1_1_1_1_1_1_1_1_1_1_1">
    <p:spTree>
      <p:nvGrpSpPr>
        <p:cNvPr id="99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2" name="Google Shape;992;p154"/>
          <p:cNvPicPr preferRelativeResize="0"/>
          <p:nvPr/>
        </p:nvPicPr>
        <p:blipFill rotWithShape="1">
          <a:blip r:embed="rId2">
            <a:alphaModFix/>
          </a:blip>
          <a:srcRect b="0" l="50" r="50" t="0"/>
          <a:stretch/>
        </p:blipFill>
        <p:spPr>
          <a:xfrm>
            <a:off x="0" y="-2225"/>
            <a:ext cx="9144003" cy="5145949"/>
          </a:xfrm>
          <a:prstGeom prst="rect">
            <a:avLst/>
          </a:prstGeom>
          <a:noFill/>
          <a:ln>
            <a:noFill/>
          </a:ln>
        </p:spPr>
      </p:pic>
      <p:sp>
        <p:nvSpPr>
          <p:cNvPr id="993" name="Google Shape;993;p15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Blank slides: brand pattern - Morse Code - Black">
  <p:cSld name="CUSTOM_22_1_1_1_1_1_1_1_1_1_1_1_1_1_1_1_1_1_1">
    <p:bg>
      <p:bgPr>
        <a:solidFill>
          <a:schemeClr val="dk1"/>
        </a:solidFill>
      </p:bgPr>
    </p:bg>
    <p:spTree>
      <p:nvGrpSpPr>
        <p:cNvPr id="994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5" name="Google Shape;995;p155"/>
          <p:cNvPicPr preferRelativeResize="0"/>
          <p:nvPr/>
        </p:nvPicPr>
        <p:blipFill rotWithShape="1">
          <a:blip r:embed="rId2">
            <a:alphaModFix/>
          </a:blip>
          <a:srcRect b="0" l="70" r="70" t="0"/>
          <a:stretch/>
        </p:blipFill>
        <p:spPr>
          <a:xfrm>
            <a:off x="0" y="-2225"/>
            <a:ext cx="9144003" cy="5148128"/>
          </a:xfrm>
          <a:prstGeom prst="rect">
            <a:avLst/>
          </a:prstGeom>
          <a:noFill/>
          <a:ln>
            <a:noFill/>
          </a:ln>
        </p:spPr>
      </p:pic>
      <p:sp>
        <p:nvSpPr>
          <p:cNvPr id="996" name="Google Shape;996;p15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Blank slides: brand pattern - Network - White">
  <p:cSld name="CUSTOM_23_1_1_2_1_1_1_1_1_1_1_1_1_1_1_1_1">
    <p:spTree>
      <p:nvGrpSpPr>
        <p:cNvPr id="997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8" name="Google Shape;998;p156"/>
          <p:cNvPicPr preferRelativeResize="0"/>
          <p:nvPr/>
        </p:nvPicPr>
        <p:blipFill rotWithShape="1">
          <a:blip r:embed="rId2">
            <a:alphaModFix/>
          </a:blip>
          <a:srcRect b="0" l="10" r="20" t="0"/>
          <a:stretch/>
        </p:blipFill>
        <p:spPr>
          <a:xfrm>
            <a:off x="0" y="-1725"/>
            <a:ext cx="9144003" cy="5146949"/>
          </a:xfrm>
          <a:prstGeom prst="rect">
            <a:avLst/>
          </a:prstGeom>
          <a:noFill/>
          <a:ln>
            <a:noFill/>
          </a:ln>
        </p:spPr>
      </p:pic>
      <p:sp>
        <p:nvSpPr>
          <p:cNvPr id="999" name="Google Shape;999;p15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Blank slides: brand pattern - Network - Black">
  <p:cSld name="CUSTOM_22_1_1_1_1_1_1_1_1_1_1_1_1_1_1_1_1_2">
    <p:bg>
      <p:bgPr>
        <a:solidFill>
          <a:schemeClr val="dk1"/>
        </a:solidFill>
      </p:bgPr>
    </p:bg>
    <p:spTree>
      <p:nvGrpSpPr>
        <p:cNvPr id="1000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1" name="Google Shape;1001;p157"/>
          <p:cNvPicPr preferRelativeResize="0"/>
          <p:nvPr/>
        </p:nvPicPr>
        <p:blipFill rotWithShape="1">
          <a:blip r:embed="rId2">
            <a:alphaModFix/>
          </a:blip>
          <a:srcRect b="0" l="30" r="40" t="0"/>
          <a:stretch/>
        </p:blipFill>
        <p:spPr>
          <a:xfrm>
            <a:off x="0" y="-2225"/>
            <a:ext cx="9144003" cy="5149127"/>
          </a:xfrm>
          <a:prstGeom prst="rect">
            <a:avLst/>
          </a:prstGeom>
          <a:noFill/>
          <a:ln>
            <a:noFill/>
          </a:ln>
        </p:spPr>
      </p:pic>
      <p:sp>
        <p:nvSpPr>
          <p:cNvPr id="1002" name="Google Shape;1002;p15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Blank slides: brand pattern - Topo - White">
  <p:cSld name="CUSTOM_22_1_1_1_1_1_1_1_1_1_1_1_1_1_1_1_1_3">
    <p:spTree>
      <p:nvGrpSpPr>
        <p:cNvPr id="1003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4" name="Google Shape;1004;p158"/>
          <p:cNvPicPr preferRelativeResize="0"/>
          <p:nvPr/>
        </p:nvPicPr>
        <p:blipFill rotWithShape="1">
          <a:blip r:embed="rId2">
            <a:alphaModFix/>
          </a:blip>
          <a:srcRect b="0" l="20" r="30" t="0"/>
          <a:stretch/>
        </p:blipFill>
        <p:spPr>
          <a:xfrm>
            <a:off x="0" y="-2225"/>
            <a:ext cx="9144003" cy="51479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SU_Horiz_RGB_Digital_MaroonGold.png" id="1005" name="Google Shape;1005;p158"/>
          <p:cNvPicPr preferRelativeResize="0"/>
          <p:nvPr/>
        </p:nvPicPr>
        <p:blipFill rotWithShape="1">
          <a:blip r:embed="rId3">
            <a:alphaModFix/>
          </a:blip>
          <a:srcRect b="0" l="0" r="57818" t="0"/>
          <a:stretch/>
        </p:blipFill>
        <p:spPr>
          <a:xfrm>
            <a:off x="7867711" y="4336142"/>
            <a:ext cx="989550" cy="651102"/>
          </a:xfrm>
          <a:prstGeom prst="rect">
            <a:avLst/>
          </a:prstGeom>
          <a:noFill/>
          <a:ln>
            <a:noFill/>
          </a:ln>
        </p:spPr>
      </p:pic>
      <p:sp>
        <p:nvSpPr>
          <p:cNvPr id="1006" name="Google Shape;1006;p15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Blank slides: brand pattern - Topo - Black">
  <p:cSld name="CUSTOM_23_1_1_2_1_1_1_1_1_1_1_1_1_1_1_1_1_2_1_1">
    <p:bg>
      <p:bgPr>
        <a:solidFill>
          <a:schemeClr val="dk1"/>
        </a:solidFill>
      </p:bgPr>
    </p:bg>
    <p:spTree>
      <p:nvGrpSpPr>
        <p:cNvPr id="1007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8" name="Google Shape;1008;p159"/>
          <p:cNvPicPr preferRelativeResize="0"/>
          <p:nvPr/>
        </p:nvPicPr>
        <p:blipFill rotWithShape="1">
          <a:blip r:embed="rId2">
            <a:alphaModFix/>
          </a:blip>
          <a:srcRect b="0" l="40" r="50" t="0"/>
          <a:stretch/>
        </p:blipFill>
        <p:spPr>
          <a:xfrm>
            <a:off x="0" y="-5587"/>
            <a:ext cx="9144003" cy="51501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9" name="Google Shape;1009;p159"/>
          <p:cNvPicPr preferRelativeResize="0"/>
          <p:nvPr/>
        </p:nvPicPr>
        <p:blipFill rotWithShape="1">
          <a:blip r:embed="rId3">
            <a:alphaModFix/>
          </a:blip>
          <a:srcRect b="8920" l="7060" r="5885" t="13181"/>
          <a:stretch/>
        </p:blipFill>
        <p:spPr>
          <a:xfrm>
            <a:off x="7964425" y="4428975"/>
            <a:ext cx="930449" cy="489050"/>
          </a:xfrm>
          <a:prstGeom prst="rect">
            <a:avLst/>
          </a:prstGeom>
          <a:noFill/>
          <a:ln>
            <a:noFill/>
          </a:ln>
        </p:spPr>
      </p:pic>
      <p:sp>
        <p:nvSpPr>
          <p:cNvPr id="1010" name="Google Shape;1010;p15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Blank slides: brand pattern - Morse Code - White">
  <p:cSld name="CUSTOM_23_1_1_1_1_1_1_1_1_1_1_1_1_1_1_1_1_1">
    <p:spTree>
      <p:nvGrpSpPr>
        <p:cNvPr id="101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2" name="Google Shape;1012;p160"/>
          <p:cNvPicPr preferRelativeResize="0"/>
          <p:nvPr/>
        </p:nvPicPr>
        <p:blipFill rotWithShape="1">
          <a:blip r:embed="rId2">
            <a:alphaModFix/>
          </a:blip>
          <a:srcRect b="0" l="50" r="50" t="0"/>
          <a:stretch/>
        </p:blipFill>
        <p:spPr>
          <a:xfrm>
            <a:off x="0" y="-2225"/>
            <a:ext cx="9144003" cy="51459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SU_Horiz_RGB_Digital_MaroonGold.png" id="1013" name="Google Shape;1013;p160"/>
          <p:cNvPicPr preferRelativeResize="0"/>
          <p:nvPr/>
        </p:nvPicPr>
        <p:blipFill rotWithShape="1">
          <a:blip r:embed="rId3">
            <a:alphaModFix/>
          </a:blip>
          <a:srcRect b="0" l="0" r="57818" t="0"/>
          <a:stretch/>
        </p:blipFill>
        <p:spPr>
          <a:xfrm>
            <a:off x="7867711" y="4336142"/>
            <a:ext cx="989550" cy="651102"/>
          </a:xfrm>
          <a:prstGeom prst="rect">
            <a:avLst/>
          </a:prstGeom>
          <a:noFill/>
          <a:ln>
            <a:noFill/>
          </a:ln>
        </p:spPr>
      </p:pic>
      <p:sp>
        <p:nvSpPr>
          <p:cNvPr id="1014" name="Google Shape;1014;p16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Blank slides: brand pattern - Morse Code - Black">
  <p:cSld name="CUSTOM_22_1_1_1_1_1_1_1_1_1_1_1_1_1_1_1_1_1_1_1">
    <p:bg>
      <p:bgPr>
        <a:solidFill>
          <a:schemeClr val="dk1"/>
        </a:solidFill>
      </p:bgPr>
    </p:bg>
    <p:spTree>
      <p:nvGrpSpPr>
        <p:cNvPr id="1015" name="Shape 1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6" name="Google Shape;1016;p161"/>
          <p:cNvPicPr preferRelativeResize="0"/>
          <p:nvPr/>
        </p:nvPicPr>
        <p:blipFill rotWithShape="1">
          <a:blip r:embed="rId2">
            <a:alphaModFix/>
          </a:blip>
          <a:srcRect b="0" l="70" r="70" t="0"/>
          <a:stretch/>
        </p:blipFill>
        <p:spPr>
          <a:xfrm>
            <a:off x="0" y="-2225"/>
            <a:ext cx="9144003" cy="51481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7" name="Google Shape;1017;p161"/>
          <p:cNvPicPr preferRelativeResize="0"/>
          <p:nvPr/>
        </p:nvPicPr>
        <p:blipFill rotWithShape="1">
          <a:blip r:embed="rId3">
            <a:alphaModFix/>
          </a:blip>
          <a:srcRect b="8920" l="7060" r="5885" t="13181"/>
          <a:stretch/>
        </p:blipFill>
        <p:spPr>
          <a:xfrm>
            <a:off x="7964425" y="4428975"/>
            <a:ext cx="930449" cy="489050"/>
          </a:xfrm>
          <a:prstGeom prst="rect">
            <a:avLst/>
          </a:prstGeom>
          <a:noFill/>
          <a:ln>
            <a:noFill/>
          </a:ln>
        </p:spPr>
      </p:pic>
      <p:sp>
        <p:nvSpPr>
          <p:cNvPr id="1018" name="Google Shape;1018;p16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Blank slides: brand pattern - Network - White">
  <p:cSld name="CUSTOM_23_1_1_2_1_1_1_1_1_1_1_1_1_1_1_1_1_2">
    <p:spTree>
      <p:nvGrpSpPr>
        <p:cNvPr id="1019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0" name="Google Shape;1020;p162"/>
          <p:cNvPicPr preferRelativeResize="0"/>
          <p:nvPr/>
        </p:nvPicPr>
        <p:blipFill rotWithShape="1">
          <a:blip r:embed="rId2">
            <a:alphaModFix/>
          </a:blip>
          <a:srcRect b="0" l="10" r="20" t="0"/>
          <a:stretch/>
        </p:blipFill>
        <p:spPr>
          <a:xfrm>
            <a:off x="0" y="-1725"/>
            <a:ext cx="9144003" cy="51469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SU_Horiz_RGB_Digital_MaroonGold.png" id="1021" name="Google Shape;1021;p162"/>
          <p:cNvPicPr preferRelativeResize="0"/>
          <p:nvPr/>
        </p:nvPicPr>
        <p:blipFill rotWithShape="1">
          <a:blip r:embed="rId3">
            <a:alphaModFix/>
          </a:blip>
          <a:srcRect b="0" l="0" r="57818" t="0"/>
          <a:stretch/>
        </p:blipFill>
        <p:spPr>
          <a:xfrm>
            <a:off x="7867711" y="4336142"/>
            <a:ext cx="989550" cy="651102"/>
          </a:xfrm>
          <a:prstGeom prst="rect">
            <a:avLst/>
          </a:prstGeom>
          <a:noFill/>
          <a:ln>
            <a:noFill/>
          </a:ln>
        </p:spPr>
      </p:pic>
      <p:sp>
        <p:nvSpPr>
          <p:cNvPr id="1022" name="Google Shape;1022;p16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Blank slides: brand pattern - Network - Black">
  <p:cSld name="CUSTOM_22_1_1_1_1_1_1_1_1_1_1_1_1_1_1_1_1_2_1">
    <p:bg>
      <p:bgPr>
        <a:solidFill>
          <a:schemeClr val="dk1"/>
        </a:solidFill>
      </p:bgPr>
    </p:bg>
    <p:spTree>
      <p:nvGrpSpPr>
        <p:cNvPr id="1023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" name="Google Shape;1024;p163"/>
          <p:cNvPicPr preferRelativeResize="0"/>
          <p:nvPr/>
        </p:nvPicPr>
        <p:blipFill rotWithShape="1">
          <a:blip r:embed="rId2">
            <a:alphaModFix/>
          </a:blip>
          <a:srcRect b="0" l="30" r="40" t="0"/>
          <a:stretch/>
        </p:blipFill>
        <p:spPr>
          <a:xfrm>
            <a:off x="0" y="-2225"/>
            <a:ext cx="9144003" cy="51491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5" name="Google Shape;1025;p163"/>
          <p:cNvPicPr preferRelativeResize="0"/>
          <p:nvPr/>
        </p:nvPicPr>
        <p:blipFill rotWithShape="1">
          <a:blip r:embed="rId3">
            <a:alphaModFix/>
          </a:blip>
          <a:srcRect b="8920" l="7060" r="5885" t="13181"/>
          <a:stretch/>
        </p:blipFill>
        <p:spPr>
          <a:xfrm>
            <a:off x="7964425" y="4428975"/>
            <a:ext cx="930449" cy="489050"/>
          </a:xfrm>
          <a:prstGeom prst="rect">
            <a:avLst/>
          </a:prstGeom>
          <a:noFill/>
          <a:ln>
            <a:noFill/>
          </a:ln>
        </p:spPr>
      </p:pic>
      <p:sp>
        <p:nvSpPr>
          <p:cNvPr id="1026" name="Google Shape;1026;p16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 slides: brand pattern - Frame - Topo - White">
  <p:cSld name="CUSTOM_23_1_1_2_1_1_1_1_1_1_1_1_1_1_1_1_1_1">
    <p:spTree>
      <p:nvGrpSpPr>
        <p:cNvPr id="1027" name="Shape 1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Google Shape;1028;p164"/>
          <p:cNvPicPr preferRelativeResize="0"/>
          <p:nvPr/>
        </p:nvPicPr>
        <p:blipFill rotWithShape="1">
          <a:blip r:embed="rId2">
            <a:alphaModFix/>
          </a:blip>
          <a:srcRect b="20" l="0" r="0" t="10"/>
          <a:stretch/>
        </p:blipFill>
        <p:spPr>
          <a:xfrm>
            <a:off x="0" y="-1725"/>
            <a:ext cx="9144005" cy="5146949"/>
          </a:xfrm>
          <a:prstGeom prst="rect">
            <a:avLst/>
          </a:prstGeom>
          <a:noFill/>
          <a:ln>
            <a:noFill/>
          </a:ln>
        </p:spPr>
      </p:pic>
      <p:sp>
        <p:nvSpPr>
          <p:cNvPr id="1029" name="Google Shape;1029;p16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 slides: brand pattern - Frame - Topo - Black">
  <p:cSld name="CUSTOM_23_1_1_2_1_1_1_1_1_1_1_1_1_1_1_1_1_1_2">
    <p:bg>
      <p:bgPr>
        <a:solidFill>
          <a:schemeClr val="dk1"/>
        </a:solidFill>
      </p:bgPr>
    </p:bg>
    <p:spTree>
      <p:nvGrpSpPr>
        <p:cNvPr id="1030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1" name="Google Shape;1031;p165"/>
          <p:cNvPicPr preferRelativeResize="0"/>
          <p:nvPr/>
        </p:nvPicPr>
        <p:blipFill rotWithShape="1">
          <a:blip r:embed="rId2">
            <a:alphaModFix/>
          </a:blip>
          <a:srcRect b="0" l="10" r="20" t="0"/>
          <a:stretch/>
        </p:blipFill>
        <p:spPr>
          <a:xfrm>
            <a:off x="0" y="-1725"/>
            <a:ext cx="9144003" cy="5146949"/>
          </a:xfrm>
          <a:prstGeom prst="rect">
            <a:avLst/>
          </a:prstGeom>
          <a:noFill/>
          <a:ln>
            <a:noFill/>
          </a:ln>
        </p:spPr>
      </p:pic>
      <p:sp>
        <p:nvSpPr>
          <p:cNvPr id="1032" name="Google Shape;1032;p16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 slides: brand pattern - Frame - Morse Code - White">
  <p:cSld name="CUSTOM_23_1_1_2_1_1_1_1_1_1_1_1_1_1_1_1_1_1_3">
    <p:spTree>
      <p:nvGrpSpPr>
        <p:cNvPr id="1033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4" name="Google Shape;1034;p166"/>
          <p:cNvPicPr preferRelativeResize="0"/>
          <p:nvPr/>
        </p:nvPicPr>
        <p:blipFill rotWithShape="1">
          <a:blip r:embed="rId2">
            <a:alphaModFix/>
          </a:blip>
          <a:srcRect b="0" l="30" r="40" t="0"/>
          <a:stretch/>
        </p:blipFill>
        <p:spPr>
          <a:xfrm>
            <a:off x="0" y="-1725"/>
            <a:ext cx="9144005" cy="5146948"/>
          </a:xfrm>
          <a:prstGeom prst="rect">
            <a:avLst/>
          </a:prstGeom>
          <a:noFill/>
          <a:ln>
            <a:noFill/>
          </a:ln>
        </p:spPr>
      </p:pic>
      <p:sp>
        <p:nvSpPr>
          <p:cNvPr id="1035" name="Google Shape;1035;p16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 slides: brand pattern - Frame - Morse Code - Black">
  <p:cSld name="CUSTOM_23_1_1_2_1_1_1_1_1_1_1_1_1_1_1_1_1_1_2_1">
    <p:bg>
      <p:bgPr>
        <a:solidFill>
          <a:schemeClr val="dk1"/>
        </a:solidFill>
      </p:bgPr>
    </p:bg>
    <p:spTree>
      <p:nvGrpSpPr>
        <p:cNvPr id="1036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7" name="Google Shape;1037;p167"/>
          <p:cNvPicPr preferRelativeResize="0"/>
          <p:nvPr/>
        </p:nvPicPr>
        <p:blipFill rotWithShape="1">
          <a:blip r:embed="rId2">
            <a:alphaModFix/>
          </a:blip>
          <a:srcRect b="0" l="60" r="60" t="0"/>
          <a:stretch/>
        </p:blipFill>
        <p:spPr>
          <a:xfrm>
            <a:off x="0" y="-1725"/>
            <a:ext cx="9144003" cy="5146948"/>
          </a:xfrm>
          <a:prstGeom prst="rect">
            <a:avLst/>
          </a:prstGeom>
          <a:noFill/>
          <a:ln>
            <a:noFill/>
          </a:ln>
        </p:spPr>
      </p:pic>
      <p:sp>
        <p:nvSpPr>
          <p:cNvPr id="1038" name="Google Shape;1038;p16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 slides: brand pattern - Frame - Network - White">
  <p:cSld name="CUSTOM_23_1_1_2_1_1_1_1_1_1_1_1_1_1_1_1_1_1_3_1">
    <p:spTree>
      <p:nvGrpSpPr>
        <p:cNvPr id="1039" name="Shape 1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0" name="Google Shape;1040;p168"/>
          <p:cNvPicPr preferRelativeResize="0"/>
          <p:nvPr/>
        </p:nvPicPr>
        <p:blipFill rotWithShape="1">
          <a:blip r:embed="rId2">
            <a:alphaModFix/>
          </a:blip>
          <a:srcRect b="20" l="0" r="0" t="10"/>
          <a:stretch/>
        </p:blipFill>
        <p:spPr>
          <a:xfrm>
            <a:off x="0" y="-1725"/>
            <a:ext cx="9144005" cy="5146949"/>
          </a:xfrm>
          <a:prstGeom prst="rect">
            <a:avLst/>
          </a:prstGeom>
          <a:noFill/>
          <a:ln>
            <a:noFill/>
          </a:ln>
        </p:spPr>
      </p:pic>
      <p:sp>
        <p:nvSpPr>
          <p:cNvPr id="1041" name="Google Shape;1041;p16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Z Not intended for use. Included so the full ASU color palette is available for your use in the color picker.">
  <p:cSld name="CUSTOM_32">
    <p:bg>
      <p:bgPr>
        <a:solidFill>
          <a:schemeClr val="accent5"/>
        </a:solidFill>
      </p:bgPr>
    </p:bg>
    <p:spTree>
      <p:nvGrpSpPr>
        <p:cNvPr id="1042" name="Shape 1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Google Shape;1043;p169"/>
          <p:cNvSpPr txBox="1"/>
          <p:nvPr/>
        </p:nvSpPr>
        <p:spPr>
          <a:xfrm>
            <a:off x="424925" y="239700"/>
            <a:ext cx="8294400" cy="6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ASU color palette</a:t>
            </a:r>
            <a:br>
              <a:rPr b="1" i="0" lang="en-US" sz="3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400" u="none" cap="none" strike="noStrike">
                <a:solidFill>
                  <a:srgbClr val="FFFFFF"/>
                </a:solidFill>
                <a:highlight>
                  <a:srgbClr val="BFBFBF"/>
                </a:highlight>
                <a:latin typeface="Arial"/>
                <a:ea typeface="Arial"/>
                <a:cs typeface="Arial"/>
                <a:sym typeface="Arial"/>
              </a:rPr>
              <a:t>Not intended for use: This slide ensures the expanded ASU color palette is in your color picker.</a:t>
            </a:r>
            <a:r>
              <a:rPr b="1" i="0" lang="en-US" sz="1300" u="none" cap="none" strike="noStrike">
                <a:solidFill>
                  <a:srgbClr val="FFFFFF"/>
                </a:solidFill>
                <a:highlight>
                  <a:srgbClr val="BFBFB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endParaRPr b="1" i="0" sz="1300" u="none" cap="none" strike="noStrike">
              <a:solidFill>
                <a:srgbClr val="FFFFFF"/>
              </a:solidFill>
              <a:highlight>
                <a:srgbClr val="BFBFB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044" name="Google Shape;1044;p169"/>
          <p:cNvGraphicFramePr/>
          <p:nvPr/>
        </p:nvGraphicFramePr>
        <p:xfrm>
          <a:off x="419007" y="100323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{53C23984-3866-46C6-A7AB-43938E27D444}</a:tableStyleId>
              </a:tblPr>
              <a:tblGrid>
                <a:gridCol w="987375"/>
                <a:gridCol w="571100"/>
                <a:gridCol w="571100"/>
                <a:gridCol w="555800"/>
                <a:gridCol w="586400"/>
                <a:gridCol w="571100"/>
                <a:gridCol w="571100"/>
                <a:gridCol w="571100"/>
                <a:gridCol w="571100"/>
                <a:gridCol w="571100"/>
              </a:tblGrid>
              <a:tr h="801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BFBFBF"/>
                          </a:solidFill>
                        </a:rPr>
                        <a:t>Primary colors</a:t>
                      </a:r>
                      <a:r>
                        <a:rPr lang="en-US" sz="800" u="none" cap="none" strike="noStrike">
                          <a:solidFill>
                            <a:srgbClr val="BFBFBF"/>
                          </a:solidFill>
                        </a:rPr>
                        <a:t>. These should be your first color choices and used more prominently than secondary colors</a:t>
                      </a:r>
                      <a:endParaRPr sz="800" u="none" cap="none" strike="noStrike">
                        <a:solidFill>
                          <a:srgbClr val="BFBFBF"/>
                        </a:solidFill>
                      </a:endParaRPr>
                    </a:p>
                  </a:txBody>
                  <a:tcPr marT="0" marB="0" marR="91425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700" u="none" cap="none" strike="noStrike"/>
                    </a:p>
                  </a:txBody>
                  <a:tcPr marT="91425" marB="0" marR="91425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6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700" u="none" cap="none" strike="noStrike"/>
                    </a:p>
                  </a:txBody>
                  <a:tcPr marT="91425" marB="0" marR="91425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6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700" u="none" cap="none" strike="noStrike"/>
                    </a:p>
                  </a:txBody>
                  <a:tcPr marT="91425" marB="0" marR="91425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C1D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t/>
                      </a:r>
                      <a:endParaRPr sz="700" u="none" cap="none" strike="noStrike"/>
                    </a:p>
                  </a:txBody>
                  <a:tcPr marT="91425" marB="0" marR="91425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C1D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700" u="none" cap="none" strike="noStrike"/>
                    </a:p>
                  </a:txBody>
                  <a:tcPr marT="91425" marB="0" marR="91425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t/>
                      </a:r>
                      <a:endParaRPr sz="700" u="none" cap="none" strike="noStrike"/>
                    </a:p>
                  </a:txBody>
                  <a:tcPr marT="91425" marB="0" marR="91425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91919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700" u="none" cap="none" strike="noStrike"/>
                    </a:p>
                  </a:txBody>
                  <a:tcPr marT="91425" marB="0" marR="91425" marL="0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t/>
                      </a:r>
                      <a:endParaRPr sz="700" u="none" cap="none" strike="noStrike"/>
                    </a:p>
                  </a:txBody>
                  <a:tcPr marT="91425" marB="0" marR="91425" marL="0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4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"/>
                        <a:buFont typeface="Arial"/>
                        <a:buNone/>
                      </a:pPr>
                      <a:r>
                        <a:t/>
                      </a:r>
                      <a:endParaRPr b="1" sz="500" u="none" cap="none" strike="noStrike">
                        <a:solidFill>
                          <a:srgbClr val="BFBFBF"/>
                        </a:solidFill>
                      </a:endParaRPr>
                    </a:p>
                  </a:txBody>
                  <a:tcPr marT="0" marB="0" marR="91425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b="1" lang="en-US" sz="700" u="none" cap="none" strike="noStrike">
                          <a:solidFill>
                            <a:srgbClr val="BFBFBF"/>
                          </a:solidFill>
                        </a:rPr>
                        <a:t>ASU Gold</a:t>
                      </a:r>
                      <a:endParaRPr b="1" sz="700" u="none" cap="none" strike="noStrike">
                        <a:solidFill>
                          <a:srgbClr val="BFBFBF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BFBFBF"/>
                          </a:solidFill>
                        </a:rPr>
                        <a:t>#FFC627</a:t>
                      </a:r>
                      <a:endParaRPr sz="700" u="none" cap="none" strike="noStrike">
                        <a:solidFill>
                          <a:srgbClr val="BFBFBF"/>
                        </a:solidFill>
                      </a:endParaRPr>
                    </a:p>
                  </a:txBody>
                  <a:tcPr marT="91425" marB="0" marR="91425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b="1" lang="en-US" sz="700" u="none" cap="none" strike="noStrike">
                          <a:solidFill>
                            <a:srgbClr val="BFBFBF"/>
                          </a:solidFill>
                        </a:rPr>
                        <a:t>ASU Maroon</a:t>
                      </a:r>
                      <a:r>
                        <a:rPr lang="en-US" sz="700" u="none" cap="none" strike="noStrike">
                          <a:solidFill>
                            <a:srgbClr val="BFBFBF"/>
                          </a:solidFill>
                        </a:rPr>
                        <a:t> </a:t>
                      </a:r>
                      <a:br>
                        <a:rPr lang="en-US" sz="700" u="none" cap="none" strike="noStrike">
                          <a:solidFill>
                            <a:srgbClr val="BFBFBF"/>
                          </a:solidFill>
                        </a:rPr>
                      </a:br>
                      <a:r>
                        <a:rPr lang="en-US" sz="700" u="none" cap="none" strike="noStrike">
                          <a:solidFill>
                            <a:srgbClr val="BFBFBF"/>
                          </a:solidFill>
                        </a:rPr>
                        <a:t>#8C1D40</a:t>
                      </a:r>
                      <a:endParaRPr sz="700" u="none" cap="none" strike="noStrike">
                        <a:solidFill>
                          <a:srgbClr val="BFBFBF"/>
                        </a:solidFill>
                      </a:endParaRPr>
                    </a:p>
                  </a:txBody>
                  <a:tcPr marT="91425" marB="0" marR="91425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b="1" lang="en-US" sz="700" u="none" cap="none" strike="noStrike">
                          <a:solidFill>
                            <a:srgbClr val="BFBFBF"/>
                          </a:solidFill>
                        </a:rPr>
                        <a:t>ASU Black</a:t>
                      </a:r>
                      <a:r>
                        <a:rPr lang="en-US" sz="700" u="none" cap="none" strike="noStrike">
                          <a:solidFill>
                            <a:srgbClr val="BFBFBF"/>
                          </a:solidFill>
                        </a:rPr>
                        <a:t> </a:t>
                      </a:r>
                      <a:br>
                        <a:rPr lang="en-US" sz="700" u="none" cap="none" strike="noStrike">
                          <a:solidFill>
                            <a:srgbClr val="BFBFBF"/>
                          </a:solidFill>
                        </a:rPr>
                      </a:br>
                      <a:r>
                        <a:rPr lang="en-US" sz="700" u="none" cap="none" strike="noStrike">
                          <a:solidFill>
                            <a:srgbClr val="BFBFBF"/>
                          </a:solidFill>
                        </a:rPr>
                        <a:t>#000000</a:t>
                      </a:r>
                      <a:endParaRPr sz="700" u="none" cap="none" strike="noStrike">
                        <a:solidFill>
                          <a:srgbClr val="BFBFBF"/>
                        </a:solidFill>
                      </a:endParaRPr>
                    </a:p>
                  </a:txBody>
                  <a:tcPr marT="91425" marB="0" marR="91425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b="1" lang="en-US" sz="700" u="none" cap="none" strike="noStrike">
                          <a:solidFill>
                            <a:srgbClr val="BFBFBF"/>
                          </a:solidFill>
                        </a:rPr>
                        <a:t>ASU White</a:t>
                      </a:r>
                      <a:r>
                        <a:rPr lang="en-US" sz="700" u="none" cap="none" strike="noStrike">
                          <a:solidFill>
                            <a:srgbClr val="BFBFBF"/>
                          </a:solidFill>
                        </a:rPr>
                        <a:t> </a:t>
                      </a:r>
                      <a:br>
                        <a:rPr lang="en-US" sz="700" u="none" cap="none" strike="noStrike">
                          <a:solidFill>
                            <a:srgbClr val="BFBFBF"/>
                          </a:solidFill>
                        </a:rPr>
                      </a:br>
                      <a:r>
                        <a:rPr lang="en-US" sz="700" u="none" cap="none" strike="noStrike">
                          <a:solidFill>
                            <a:srgbClr val="BFBFBF"/>
                          </a:solidFill>
                        </a:rPr>
                        <a:t>#FFFFFF</a:t>
                      </a:r>
                      <a:endParaRPr sz="700" u="none" cap="none" strike="noStrike">
                        <a:solidFill>
                          <a:srgbClr val="BFBFBF"/>
                        </a:solidFill>
                      </a:endParaRPr>
                    </a:p>
                  </a:txBody>
                  <a:tcPr marT="91425" marB="0" marR="91425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t/>
                      </a:r>
                      <a:endParaRPr sz="700" u="none" cap="none" strike="noStrike">
                        <a:solidFill>
                          <a:srgbClr val="BFBFBF"/>
                        </a:solidFill>
                      </a:endParaRPr>
                    </a:p>
                  </a:txBody>
                  <a:tcPr marT="91425" marB="0" marR="91425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2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b="1" lang="en-US" sz="600" u="none" cap="none" strike="noStrike">
                          <a:solidFill>
                            <a:srgbClr val="BFBFBF"/>
                          </a:solidFill>
                        </a:rPr>
                        <a:t>Secondary colors</a:t>
                      </a:r>
                      <a:r>
                        <a:rPr lang="en-US" sz="600" u="none" cap="none" strike="noStrike">
                          <a:solidFill>
                            <a:srgbClr val="BFBFBF"/>
                          </a:solidFill>
                        </a:rPr>
                        <a:t>. Use as accents. Only use in addition to primary. May not to be used without primary brand colors. </a:t>
                      </a:r>
                      <a:endParaRPr sz="600" u="none" cap="none" strike="noStrike">
                        <a:solidFill>
                          <a:srgbClr val="BFBFBF"/>
                        </a:solidFill>
                      </a:endParaRPr>
                    </a:p>
                  </a:txBody>
                  <a:tcPr marT="0" marB="0" marR="91425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700" u="none" cap="none" strike="noStrike"/>
                    </a:p>
                  </a:txBody>
                  <a:tcPr marT="91425" marB="0" marR="91425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8BE2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700" u="none" cap="none" strike="noStrike"/>
                    </a:p>
                  </a:txBody>
                  <a:tcPr marT="91425" marB="0" marR="91425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A3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700" u="none" cap="none" strike="noStrike"/>
                    </a:p>
                  </a:txBody>
                  <a:tcPr marT="91425" marB="0" marR="91425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7F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700" u="none" cap="none" strike="noStrike"/>
                    </a:p>
                  </a:txBody>
                  <a:tcPr marT="91425" marB="0" marR="91425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F674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700" u="none" cap="none" strike="noStrike"/>
                    </a:p>
                  </a:txBody>
                  <a:tcPr marT="91425" marB="0" marR="91425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B7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700" u="none" cap="none" strike="noStrike"/>
                    </a:p>
                  </a:txBody>
                  <a:tcPr marT="91425" marB="0" marR="91425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497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700" u="none" cap="none" strike="noStrike"/>
                    </a:p>
                  </a:txBody>
                  <a:tcPr marT="91425" marB="0" marR="91425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474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700" u="none" cap="none" strike="noStrike"/>
                    </a:p>
                  </a:txBody>
                  <a:tcPr marT="91425" marB="0" marR="91425" marL="0">
                    <a:lnL cap="flat" cmpd="sng" w="9525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700" u="none" cap="none" strike="noStrike"/>
                    </a:p>
                  </a:txBody>
                  <a:tcPr marT="91425" marB="0" marR="91425" marL="0">
                    <a:lnL cap="flat" cmpd="sng" w="9525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9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"/>
                        <a:buFont typeface="Arial"/>
                        <a:buNone/>
                      </a:pPr>
                      <a:r>
                        <a:t/>
                      </a:r>
                      <a:endParaRPr b="1" sz="500" u="none" cap="none" strike="noStrike">
                        <a:solidFill>
                          <a:srgbClr val="BFBFBF"/>
                        </a:solidFill>
                      </a:endParaRPr>
                    </a:p>
                  </a:txBody>
                  <a:tcPr marT="0" marB="0" marR="91425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700" u="none" cap="none" strike="noStrike">
                          <a:solidFill>
                            <a:srgbClr val="BFBFBF"/>
                          </a:solidFill>
                        </a:rPr>
                        <a:t>ASU Green</a:t>
                      </a:r>
                      <a:r>
                        <a:rPr lang="en-US" sz="700" u="none" cap="none" strike="noStrike">
                          <a:solidFill>
                            <a:srgbClr val="BFBFBF"/>
                          </a:solidFill>
                        </a:rPr>
                        <a:t> #78BE20</a:t>
                      </a:r>
                      <a:endParaRPr sz="700" u="none" cap="none" strike="noStrike">
                        <a:solidFill>
                          <a:srgbClr val="BFBFBF"/>
                        </a:solidFill>
                      </a:endParaRPr>
                    </a:p>
                  </a:txBody>
                  <a:tcPr marT="91425" marB="0" marR="91425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700" u="none" cap="none" strike="noStrike">
                          <a:solidFill>
                            <a:srgbClr val="BFBFBF"/>
                          </a:solidFill>
                        </a:rPr>
                        <a:t>ASU Blue</a:t>
                      </a:r>
                      <a:endParaRPr b="1" sz="700" u="none" cap="none" strike="noStrike">
                        <a:solidFill>
                          <a:srgbClr val="BFBFBF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BFBFBF"/>
                          </a:solidFill>
                        </a:rPr>
                        <a:t>#00A3E0</a:t>
                      </a:r>
                      <a:endParaRPr sz="700" u="none" cap="none" strike="noStrike">
                        <a:solidFill>
                          <a:srgbClr val="BFBFBF"/>
                        </a:solidFill>
                      </a:endParaRPr>
                    </a:p>
                  </a:txBody>
                  <a:tcPr marT="91425" marB="0" marR="91425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700" u="none" cap="none" strike="noStrike">
                          <a:solidFill>
                            <a:srgbClr val="BFBFBF"/>
                          </a:solidFill>
                        </a:rPr>
                        <a:t>ASU Orange</a:t>
                      </a:r>
                      <a:endParaRPr sz="700" u="none" cap="none" strike="noStrike">
                        <a:solidFill>
                          <a:srgbClr val="BFBFBF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BFBFBF"/>
                          </a:solidFill>
                        </a:rPr>
                        <a:t>#FF7F32</a:t>
                      </a:r>
                      <a:endParaRPr sz="700" u="none" cap="none" strike="noStrike">
                        <a:solidFill>
                          <a:srgbClr val="BFBFBF"/>
                        </a:solidFill>
                      </a:endParaRPr>
                    </a:p>
                  </a:txBody>
                  <a:tcPr marT="91425" marB="0" marR="91425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b="1" lang="en-US" sz="700" u="none" cap="none" strike="noStrike">
                          <a:solidFill>
                            <a:srgbClr val="BFBFBF"/>
                          </a:solidFill>
                        </a:rPr>
                        <a:t>ASU Copper</a:t>
                      </a:r>
                      <a:endParaRPr sz="700" u="none" cap="none" strike="noStrike">
                        <a:solidFill>
                          <a:srgbClr val="BFBFBF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BFBFBF"/>
                          </a:solidFill>
                        </a:rPr>
                        <a:t>#AF674B</a:t>
                      </a:r>
                      <a:endParaRPr sz="700" u="none" cap="none" strike="noStrike">
                        <a:solidFill>
                          <a:srgbClr val="BFBFBF"/>
                        </a:solidFill>
                      </a:endParaRPr>
                    </a:p>
                  </a:txBody>
                  <a:tcPr marT="91425" marB="0" marR="91425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b="1" lang="en-US" sz="700" u="none" cap="none" strike="noStrike">
                          <a:solidFill>
                            <a:srgbClr val="BFBFBF"/>
                          </a:solidFill>
                        </a:rPr>
                        <a:t>ASU Turquoise</a:t>
                      </a:r>
                      <a:endParaRPr sz="700" u="none" cap="none" strike="noStrike">
                        <a:solidFill>
                          <a:srgbClr val="BFBFBF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BFBFBF"/>
                          </a:solidFill>
                        </a:rPr>
                        <a:t>#4AB7C4</a:t>
                      </a:r>
                      <a:endParaRPr sz="700" u="none" cap="none" strike="noStrike">
                        <a:solidFill>
                          <a:srgbClr val="BFBFBF"/>
                        </a:solidFill>
                      </a:endParaRPr>
                    </a:p>
                  </a:txBody>
                  <a:tcPr marT="91425" marB="0" marR="91425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b="1" lang="en-US" sz="700" u="none" cap="none" strike="noStrike">
                          <a:solidFill>
                            <a:srgbClr val="BFBFBF"/>
                          </a:solidFill>
                        </a:rPr>
                        <a:t>ASU Pink</a:t>
                      </a:r>
                      <a:endParaRPr sz="700" u="none" cap="none" strike="noStrike">
                        <a:solidFill>
                          <a:srgbClr val="BFBFBF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BFBFBF"/>
                          </a:solidFill>
                        </a:rPr>
                        <a:t>#E74973</a:t>
                      </a:r>
                      <a:endParaRPr sz="700" u="none" cap="none" strike="noStrike">
                        <a:solidFill>
                          <a:srgbClr val="BFBFBF"/>
                        </a:solidFill>
                      </a:endParaRPr>
                    </a:p>
                  </a:txBody>
                  <a:tcPr marT="91425" marB="0" marR="91425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b="1" lang="en-US" sz="700" u="none" cap="none" strike="noStrike">
                          <a:solidFill>
                            <a:srgbClr val="BFBFBF"/>
                          </a:solidFill>
                        </a:rPr>
                        <a:t>ASU Gray</a:t>
                      </a:r>
                      <a:endParaRPr b="1" sz="700" u="none" cap="none" strike="noStrike">
                        <a:solidFill>
                          <a:srgbClr val="BFBFBF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BFBFBF"/>
                          </a:solidFill>
                        </a:rPr>
                        <a:t>#747474</a:t>
                      </a:r>
                      <a:endParaRPr sz="1400" u="none" cap="none" strike="noStrike">
                        <a:solidFill>
                          <a:srgbClr val="BFBFBF"/>
                        </a:solidFill>
                      </a:endParaRPr>
                    </a:p>
                  </a:txBody>
                  <a:tcPr marT="91425" marB="0" marR="91425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rgbClr val="BFBFBF"/>
                        </a:solidFill>
                      </a:endParaRPr>
                    </a:p>
                  </a:txBody>
                  <a:tcPr marT="91425" marB="0" marR="91425" marL="91425">
                    <a:lnL cap="flat" cmpd="sng" w="9525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314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"/>
                        <a:buFont typeface="Arial"/>
                        <a:buNone/>
                      </a:pPr>
                      <a:r>
                        <a:rPr b="1" lang="en-US" sz="500" u="none" cap="none" strike="noStrike">
                          <a:solidFill>
                            <a:srgbClr val="BFBFBF"/>
                          </a:solidFill>
                        </a:rPr>
                        <a:t>ASU Grayscale. </a:t>
                      </a:r>
                      <a:r>
                        <a:rPr lang="en-US" sz="500" u="none" cap="none" strike="noStrike">
                          <a:solidFill>
                            <a:srgbClr val="BFBFBF"/>
                          </a:solidFill>
                        </a:rPr>
                        <a:t>For text, line and fill colors. ASU Gray is a part of this scale.</a:t>
                      </a:r>
                      <a:endParaRPr sz="500" u="none" cap="none" strike="noStrike">
                        <a:solidFill>
                          <a:srgbClr val="BFBFBF"/>
                        </a:solidFill>
                      </a:endParaRPr>
                    </a:p>
                  </a:txBody>
                  <a:tcPr marT="0" marB="0" marR="91425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700" u="none" cap="none" strike="noStrike"/>
                    </a:p>
                  </a:txBody>
                  <a:tcPr marT="91425" marB="0" marR="91425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700" u="none" cap="none" strike="noStrike"/>
                    </a:p>
                  </a:txBody>
                  <a:tcPr marT="91425" marB="0" marR="91425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700" u="none" cap="none" strike="noStrike"/>
                    </a:p>
                  </a:txBody>
                  <a:tcPr marT="91425" marB="0" marR="91425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848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700" u="none" cap="none" strike="noStrike"/>
                    </a:p>
                  </a:txBody>
                  <a:tcPr marT="91425" marB="0" marR="91425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474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700" u="none" cap="none" strike="noStrike"/>
                    </a:p>
                  </a:txBody>
                  <a:tcPr marT="91425" marB="0" marR="91425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700" u="none" cap="none" strike="noStrike"/>
                    </a:p>
                  </a:txBody>
                  <a:tcPr marT="91425" marB="0" marR="91425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700" u="none" cap="none" strike="noStrike"/>
                    </a:p>
                  </a:txBody>
                  <a:tcPr marT="91425" marB="0" marR="91425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700" u="none" cap="none" strike="noStrike"/>
                    </a:p>
                  </a:txBody>
                  <a:tcPr marT="91425" marB="0" marR="91425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AFAF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700" u="none" cap="none" strike="noStrike"/>
                    </a:p>
                  </a:txBody>
                  <a:tcPr marT="91425" marB="0" marR="91425" marL="0">
                    <a:lnL cap="flat" cmpd="sng" w="9525">
                      <a:solidFill>
                        <a:srgbClr val="FAFAF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AFAF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AFAF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7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t/>
                      </a:r>
                      <a:endParaRPr b="1" sz="600" u="none" cap="none" strike="noStrike">
                        <a:solidFill>
                          <a:srgbClr val="BFBFBF"/>
                        </a:solidFill>
                      </a:endParaRPr>
                    </a:p>
                  </a:txBody>
                  <a:tcPr marT="91425" marB="91425" marR="91425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b="1" lang="en-US" sz="700" u="none" cap="none" strike="noStrike">
                          <a:solidFill>
                            <a:srgbClr val="BFBFBF"/>
                          </a:solidFill>
                        </a:rPr>
                        <a:t>ASU Black</a:t>
                      </a:r>
                      <a:endParaRPr b="1" sz="700" u="none" cap="none" strike="noStrike">
                        <a:solidFill>
                          <a:srgbClr val="BFBFBF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BFBFBF"/>
                          </a:solidFill>
                        </a:rPr>
                        <a:t>#000000</a:t>
                      </a:r>
                      <a:endParaRPr sz="700" u="none" cap="none" strike="noStrike">
                        <a:solidFill>
                          <a:srgbClr val="BFBFBF"/>
                        </a:solidFill>
                      </a:endParaRPr>
                    </a:p>
                  </a:txBody>
                  <a:tcPr marT="91425" marB="0" marR="91425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700" u="none" cap="none" strike="noStrike">
                          <a:solidFill>
                            <a:srgbClr val="BFBFBF"/>
                          </a:solidFill>
                        </a:rPr>
                        <a:t>Gray 1</a:t>
                      </a:r>
                      <a:endParaRPr b="1" sz="700" u="none" cap="none" strike="noStrike">
                        <a:solidFill>
                          <a:srgbClr val="BFBFBF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BFBFBF"/>
                          </a:solidFill>
                        </a:rPr>
                        <a:t>#191919</a:t>
                      </a:r>
                      <a:endParaRPr sz="700" u="none" cap="none" strike="noStrike">
                        <a:solidFill>
                          <a:srgbClr val="BFBFBF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700" u="none" cap="none" strike="noStrike">
                        <a:solidFill>
                          <a:srgbClr val="BFBFBF"/>
                        </a:solidFill>
                      </a:endParaRPr>
                    </a:p>
                  </a:txBody>
                  <a:tcPr marT="91425" marB="0" marR="91425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700" u="none" cap="none" strike="noStrike">
                          <a:solidFill>
                            <a:srgbClr val="BFBFBF"/>
                          </a:solidFill>
                        </a:rPr>
                        <a:t>Gray 2</a:t>
                      </a:r>
                      <a:endParaRPr b="1" sz="700" u="none" cap="none" strike="noStrike">
                        <a:solidFill>
                          <a:srgbClr val="BFBFBF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BFBFBF"/>
                          </a:solidFill>
                        </a:rPr>
                        <a:t>#484848</a:t>
                      </a:r>
                      <a:endParaRPr sz="700" u="none" cap="none" strike="noStrike">
                        <a:solidFill>
                          <a:srgbClr val="BFBFBF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700" u="none" cap="none" strike="noStrike">
                        <a:solidFill>
                          <a:srgbClr val="BFBFBF"/>
                        </a:solidFill>
                      </a:endParaRPr>
                    </a:p>
                  </a:txBody>
                  <a:tcPr marT="91425" marB="0" marR="91425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700" u="none" cap="none" strike="noStrike">
                          <a:solidFill>
                            <a:srgbClr val="BFBFBF"/>
                          </a:solidFill>
                        </a:rPr>
                        <a:t>ASU Gray</a:t>
                      </a:r>
                      <a:endParaRPr b="1" sz="700" u="none" cap="none" strike="noStrike">
                        <a:solidFill>
                          <a:srgbClr val="BFBFBF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BFBFBF"/>
                          </a:solidFill>
                        </a:rPr>
                        <a:t>#747474</a:t>
                      </a:r>
                      <a:br>
                        <a:rPr lang="en-US" sz="700" u="none" cap="none" strike="noStrike">
                          <a:solidFill>
                            <a:srgbClr val="BFBFBF"/>
                          </a:solidFill>
                        </a:rPr>
                      </a:br>
                      <a:r>
                        <a:rPr lang="en-US" sz="700" u="none" cap="none" strike="noStrike">
                          <a:solidFill>
                            <a:srgbClr val="BFBFBF"/>
                          </a:solidFill>
                        </a:rPr>
                        <a:t>(Gray 3)</a:t>
                      </a:r>
                      <a:endParaRPr sz="700" u="none" cap="none" strike="noStrike">
                        <a:solidFill>
                          <a:srgbClr val="BFBFBF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700" u="none" cap="none" strike="noStrike">
                        <a:solidFill>
                          <a:srgbClr val="BFBFBF"/>
                        </a:solidFill>
                      </a:endParaRPr>
                    </a:p>
                  </a:txBody>
                  <a:tcPr marT="91425" marB="0" marR="91425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700" u="none" cap="none" strike="noStrike">
                          <a:solidFill>
                            <a:srgbClr val="BFBFBF"/>
                          </a:solidFill>
                        </a:rPr>
                        <a:t>Gray 4</a:t>
                      </a:r>
                      <a:endParaRPr b="1" sz="700" u="none" cap="none" strike="noStrike">
                        <a:solidFill>
                          <a:srgbClr val="BFBFBF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BFBFBF"/>
                          </a:solidFill>
                        </a:rPr>
                        <a:t>#BFBFBF</a:t>
                      </a:r>
                      <a:endParaRPr sz="700" u="none" cap="none" strike="noStrike">
                        <a:solidFill>
                          <a:srgbClr val="BFBFBF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700" u="none" cap="none" strike="noStrike">
                        <a:solidFill>
                          <a:srgbClr val="BFBFBF"/>
                        </a:solidFill>
                      </a:endParaRPr>
                    </a:p>
                  </a:txBody>
                  <a:tcPr marT="91425" marB="0" marR="91425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700" u="none" cap="none" strike="noStrike">
                          <a:solidFill>
                            <a:srgbClr val="BFBFBF"/>
                          </a:solidFill>
                        </a:rPr>
                        <a:t>Gray 5</a:t>
                      </a:r>
                      <a:endParaRPr b="1" sz="700" u="none" cap="none" strike="noStrike">
                        <a:solidFill>
                          <a:srgbClr val="BFBFBF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BFBFBF"/>
                          </a:solidFill>
                        </a:rPr>
                        <a:t>#D0D0D0</a:t>
                      </a:r>
                      <a:endParaRPr sz="700" u="none" cap="none" strike="noStrike">
                        <a:solidFill>
                          <a:srgbClr val="BFBFBF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700" u="none" cap="none" strike="noStrike">
                        <a:solidFill>
                          <a:srgbClr val="BFBFBF"/>
                        </a:solidFill>
                      </a:endParaRPr>
                    </a:p>
                  </a:txBody>
                  <a:tcPr marT="91425" marB="0" marR="91425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700" u="none" cap="none" strike="noStrike">
                          <a:solidFill>
                            <a:srgbClr val="BFBFBF"/>
                          </a:solidFill>
                        </a:rPr>
                        <a:t>Gray 6</a:t>
                      </a:r>
                      <a:endParaRPr b="1" sz="700" u="none" cap="none" strike="noStrike">
                        <a:solidFill>
                          <a:srgbClr val="BFBFBF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BFBFBF"/>
                          </a:solidFill>
                        </a:rPr>
                        <a:t>#E8E8E8</a:t>
                      </a:r>
                      <a:endParaRPr sz="700" u="none" cap="none" strike="noStrike">
                        <a:solidFill>
                          <a:srgbClr val="BFBFBF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700" u="none" cap="none" strike="noStrike">
                        <a:solidFill>
                          <a:srgbClr val="BFBFBF"/>
                        </a:solidFill>
                      </a:endParaRPr>
                    </a:p>
                  </a:txBody>
                  <a:tcPr marT="91425" marB="0" marR="91425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700" u="none" cap="none" strike="noStrike">
                          <a:solidFill>
                            <a:srgbClr val="BFBFBF"/>
                          </a:solidFill>
                        </a:rPr>
                        <a:t>Gray 7</a:t>
                      </a:r>
                      <a:r>
                        <a:rPr lang="en-US" sz="700" u="none" cap="none" strike="noStrike">
                          <a:solidFill>
                            <a:srgbClr val="BFBFBF"/>
                          </a:solidFill>
                        </a:rPr>
                        <a:t> #FAFAFA</a:t>
                      </a:r>
                      <a:endParaRPr sz="700" u="none" cap="none" strike="noStrike">
                        <a:solidFill>
                          <a:srgbClr val="BFBFBF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700" u="none" cap="none" strike="noStrike">
                        <a:solidFill>
                          <a:srgbClr val="BFBFBF"/>
                        </a:solidFill>
                      </a:endParaRPr>
                    </a:p>
                  </a:txBody>
                  <a:tcPr marT="91425" marB="0" marR="91425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b="1" lang="en-US" sz="700" u="none" cap="none" strike="noStrike">
                          <a:solidFill>
                            <a:srgbClr val="BFBFBF"/>
                          </a:solidFill>
                        </a:rPr>
                        <a:t>ASU White</a:t>
                      </a:r>
                      <a:r>
                        <a:rPr lang="en-US" sz="700" u="none" cap="none" strike="noStrike">
                          <a:solidFill>
                            <a:srgbClr val="BFBFBF"/>
                          </a:solidFill>
                        </a:rPr>
                        <a:t> #FFFFFF</a:t>
                      </a:r>
                      <a:endParaRPr sz="700" u="none" cap="none" strike="noStrike">
                        <a:solidFill>
                          <a:srgbClr val="BFBFBF"/>
                        </a:solidFill>
                      </a:endParaRPr>
                    </a:p>
                  </a:txBody>
                  <a:tcPr marT="91425" marB="0" marR="91425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AFAF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8100">
                <a:tc row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"/>
                        <a:buFont typeface="Arial"/>
                        <a:buNone/>
                      </a:pPr>
                      <a:r>
                        <a:rPr b="1" lang="en-US" sz="500" u="none" cap="none" strike="noStrike">
                          <a:solidFill>
                            <a:srgbClr val="BFBFBF"/>
                          </a:solidFill>
                        </a:rPr>
                        <a:t>Color tints.</a:t>
                      </a:r>
                      <a:r>
                        <a:rPr lang="en-US" sz="500" u="none" cap="none" strike="noStrike">
                          <a:solidFill>
                            <a:srgbClr val="BFBFBF"/>
                          </a:solidFill>
                        </a:rPr>
                        <a:t> Brand palette tint variations for use in data visualizations and spreadsheets</a:t>
                      </a:r>
                      <a:endParaRPr sz="500" u="none" cap="none" strike="noStrike">
                        <a:solidFill>
                          <a:srgbClr val="BFBFBF"/>
                        </a:solidFill>
                      </a:endParaRPr>
                    </a:p>
                  </a:txBody>
                  <a:tcPr marT="0" marB="0" marR="91425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700" u="none" cap="none" strike="noStrike"/>
                    </a:p>
                  </a:txBody>
                  <a:tcPr marT="91425" marB="0" marR="91425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1C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700" u="none" cap="none" strike="noStrike"/>
                    </a:p>
                  </a:txBody>
                  <a:tcPr marT="91425" marB="0" marR="91425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C9C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700" u="none" cap="none" strike="noStrike"/>
                    </a:p>
                  </a:txBody>
                  <a:tcPr marT="91425" marB="0" marR="91425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F5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700" u="none" cap="none" strike="noStrike"/>
                    </a:p>
                  </a:txBody>
                  <a:tcPr marT="91425" marB="0" marR="91425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F0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700" u="none" cap="none" strike="noStrike"/>
                    </a:p>
                  </a:txBody>
                  <a:tcPr marT="91425" marB="0" marR="91425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AD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700" u="none" cap="none" strike="noStrike"/>
                    </a:p>
                  </a:txBody>
                  <a:tcPr marT="91425" marB="0" marR="91425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D9D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t/>
                      </a:r>
                      <a:endParaRPr sz="700" u="none" cap="none" strike="noStrike"/>
                    </a:p>
                  </a:txBody>
                  <a:tcPr marT="91425" marB="0" marR="91425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2ED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t/>
                      </a:r>
                      <a:endParaRPr sz="700" u="none" cap="none" strike="noStrike"/>
                    </a:p>
                  </a:txBody>
                  <a:tcPr marT="91425" marB="0" marR="91425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700" u="none" cap="none" strike="noStrike"/>
                    </a:p>
                  </a:txBody>
                  <a:tcPr marT="91425" marB="0" marR="91425" marL="0">
                    <a:lnL cap="flat" cmpd="sng" w="9525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6172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BFBFBF"/>
                          </a:solidFill>
                        </a:rPr>
                        <a:t>25% ASU Gold</a:t>
                      </a:r>
                      <a:endParaRPr sz="700" u="none" cap="none" strike="noStrike">
                        <a:solidFill>
                          <a:srgbClr val="BFBFBF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BFBFBF"/>
                          </a:solidFill>
                        </a:rPr>
                        <a:t>#FFF1C9</a:t>
                      </a:r>
                      <a:endParaRPr sz="700" u="none" cap="none" strike="noStrike">
                        <a:solidFill>
                          <a:srgbClr val="BFBFBF"/>
                        </a:solidFill>
                      </a:endParaRPr>
                    </a:p>
                  </a:txBody>
                  <a:tcPr marT="91425" marB="0" marR="91425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BFBFBF"/>
                          </a:solidFill>
                        </a:rPr>
                        <a:t>25% ASU Maroon</a:t>
                      </a:r>
                      <a:endParaRPr sz="700" u="none" cap="none" strike="noStrike">
                        <a:solidFill>
                          <a:srgbClr val="BFBFBF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BFBFBF"/>
                          </a:solidFill>
                        </a:rPr>
                        <a:t>#DFC9CF</a:t>
                      </a:r>
                      <a:endParaRPr sz="700" u="none" cap="none" strike="noStrike">
                        <a:solidFill>
                          <a:srgbClr val="BFBFBF"/>
                        </a:solidFill>
                      </a:endParaRPr>
                    </a:p>
                  </a:txBody>
                  <a:tcPr marT="91425" marB="0" marR="91425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BFBFBF"/>
                          </a:solidFill>
                        </a:rPr>
                        <a:t>25% ASU Green</a:t>
                      </a:r>
                      <a:endParaRPr sz="700" u="none" cap="none" strike="noStrike">
                        <a:solidFill>
                          <a:srgbClr val="BFBFBF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BFBFBF"/>
                          </a:solidFill>
                        </a:rPr>
                        <a:t>#E9F5DB</a:t>
                      </a:r>
                      <a:endParaRPr sz="700" u="none" cap="none" strike="noStrike">
                        <a:solidFill>
                          <a:srgbClr val="BFBFBF"/>
                        </a:solidFill>
                      </a:endParaRPr>
                    </a:p>
                  </a:txBody>
                  <a:tcPr marT="91425" marB="0" marR="91425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BFBFBF"/>
                          </a:solidFill>
                        </a:rPr>
                        <a:t>25% ASU Blue</a:t>
                      </a:r>
                      <a:endParaRPr sz="700" u="none" cap="none" strike="noStrike">
                        <a:solidFill>
                          <a:srgbClr val="BFBFBF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BFBFBF"/>
                          </a:solidFill>
                        </a:rPr>
                        <a:t>#D6F0FA</a:t>
                      </a:r>
                      <a:endParaRPr sz="700" u="none" cap="none" strike="noStrike">
                        <a:solidFill>
                          <a:srgbClr val="BFBFBF"/>
                        </a:solidFill>
                      </a:endParaRPr>
                    </a:p>
                  </a:txBody>
                  <a:tcPr marT="91425" marB="0" marR="91425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BFBFBF"/>
                          </a:solidFill>
                        </a:rPr>
                        <a:t>25% ASU Orange</a:t>
                      </a:r>
                      <a:endParaRPr sz="700" u="none" cap="none" strike="noStrike">
                        <a:solidFill>
                          <a:srgbClr val="BFBFBF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BFBFBF"/>
                          </a:solidFill>
                        </a:rPr>
                        <a:t>#FFEADE</a:t>
                      </a:r>
                      <a:endParaRPr sz="700" u="none" cap="none" strike="noStrike">
                        <a:solidFill>
                          <a:srgbClr val="BFBFBF"/>
                        </a:solidFill>
                      </a:endParaRPr>
                    </a:p>
                  </a:txBody>
                  <a:tcPr marT="91425" marB="0" marR="91425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BFBFBF"/>
                          </a:solidFill>
                        </a:rPr>
                        <a:t>25% ASU Copper</a:t>
                      </a:r>
                      <a:endParaRPr sz="700" u="none" cap="none" strike="noStrike">
                        <a:solidFill>
                          <a:srgbClr val="BFBFBF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BFBFBF"/>
                          </a:solidFill>
                        </a:rPr>
                        <a:t>#EBD9D2</a:t>
                      </a:r>
                      <a:endParaRPr sz="1400" u="none" cap="none" strike="noStrike">
                        <a:solidFill>
                          <a:srgbClr val="BFBFBF"/>
                        </a:solidFill>
                      </a:endParaRPr>
                    </a:p>
                  </a:txBody>
                  <a:tcPr marT="91425" marB="0" marR="91425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BFBFBF"/>
                          </a:solidFill>
                        </a:rPr>
                        <a:t>25% ASU Turquoise </a:t>
                      </a:r>
                      <a:endParaRPr sz="700" u="none" cap="none" strike="noStrike">
                        <a:solidFill>
                          <a:srgbClr val="BFBFBF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BFBFBF"/>
                          </a:solidFill>
                        </a:rPr>
                        <a:t>#D2EDF0</a:t>
                      </a:r>
                      <a:endParaRPr sz="700" u="none" cap="none" strike="noStrike">
                        <a:solidFill>
                          <a:srgbClr val="BFBFBF"/>
                        </a:solidFill>
                      </a:endParaRPr>
                    </a:p>
                  </a:txBody>
                  <a:tcPr marT="91425" marB="0" marR="91425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BFBFBF"/>
                          </a:solidFill>
                        </a:rPr>
                        <a:t>25% ASU Pink </a:t>
                      </a:r>
                      <a:endParaRPr sz="700" u="none" cap="none" strike="noStrike">
                        <a:solidFill>
                          <a:srgbClr val="BFBFBF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rgbClr val="BFBFBF"/>
                          </a:solidFill>
                        </a:rPr>
                        <a:t>#F9D1DC</a:t>
                      </a:r>
                      <a:endParaRPr sz="700" u="none" cap="none" strike="noStrike">
                        <a:solidFill>
                          <a:srgbClr val="BFBFBF"/>
                        </a:solidFill>
                      </a:endParaRPr>
                    </a:p>
                  </a:txBody>
                  <a:tcPr marT="91425" marB="0" marR="91425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t/>
                      </a:r>
                      <a:endParaRPr sz="600" u="none" cap="none" strike="noStrike">
                        <a:solidFill>
                          <a:srgbClr val="191919"/>
                        </a:solidFill>
                      </a:endParaRPr>
                    </a:p>
                  </a:txBody>
                  <a:tcPr marT="91425" marB="0" marR="91425" marL="91425">
                    <a:lnL cap="flat" cmpd="sng" w="9525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045" name="Google Shape;1045;p169"/>
          <p:cNvGraphicFramePr/>
          <p:nvPr/>
        </p:nvGraphicFramePr>
        <p:xfrm>
          <a:off x="5969457" y="407563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{53C23984-3866-46C6-A7AB-43938E27D444}</a:tableStyleId>
              </a:tblPr>
              <a:tblGrid>
                <a:gridCol w="200000"/>
                <a:gridCol w="823025"/>
              </a:tblGrid>
              <a:tr h="198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t/>
                      </a:r>
                      <a:endParaRPr sz="700" u="none" cap="none" strike="noStrike"/>
                    </a:p>
                  </a:txBody>
                  <a:tcPr marT="0" marB="0" marR="0" marL="0">
                    <a:lnL cap="flat" cmpd="sng" w="9525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2F2F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b="1" lang="en-US" sz="600" u="none" cap="none" strike="noStrike">
                          <a:solidFill>
                            <a:srgbClr val="BFBFBF"/>
                          </a:solidFill>
                        </a:rPr>
                        <a:t>Error Red</a:t>
                      </a:r>
                      <a:endParaRPr b="1" sz="600" u="none" cap="none" strike="noStrike">
                        <a:solidFill>
                          <a:srgbClr val="BFBFBF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-US" sz="600" u="none" cap="none" strike="noStrike">
                          <a:solidFill>
                            <a:srgbClr val="BFBFBF"/>
                          </a:solidFill>
                        </a:rPr>
                        <a:t>#CC2F2F </a:t>
                      </a:r>
                      <a:br>
                        <a:rPr lang="en-US" sz="600" u="none" cap="none" strike="noStrike">
                          <a:solidFill>
                            <a:srgbClr val="BFBFBF"/>
                          </a:solidFill>
                        </a:rPr>
                      </a:br>
                      <a:endParaRPr sz="600" u="none" cap="none" strike="noStrike">
                        <a:solidFill>
                          <a:srgbClr val="BFBFBF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b="1" lang="en-US" sz="600" u="none" cap="none" strike="noStrike">
                          <a:solidFill>
                            <a:srgbClr val="BFBFBF"/>
                          </a:solidFill>
                        </a:rPr>
                        <a:t>For digital use only</a:t>
                      </a:r>
                      <a:r>
                        <a:rPr lang="en-US" sz="600" u="none" cap="none" strike="noStrike">
                          <a:solidFill>
                            <a:srgbClr val="BFBFBF"/>
                          </a:solidFill>
                        </a:rPr>
                        <a:t> to indicate system errors, issues or negative number values.</a:t>
                      </a:r>
                      <a:endParaRPr sz="700" u="none" cap="none" strike="noStrike">
                        <a:solidFill>
                          <a:srgbClr val="BFBFBF"/>
                        </a:solidFill>
                      </a:endParaRPr>
                    </a:p>
                  </a:txBody>
                  <a:tcPr marT="0" marB="0" marR="0" marL="45700">
                    <a:lnL cap="flat" cmpd="sng" w="9525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3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t/>
                      </a:r>
                      <a:endParaRPr sz="600" u="none" cap="none" strike="noStrike">
                        <a:solidFill>
                          <a:srgbClr val="191919"/>
                        </a:solidFill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</a:tr>
            </a:tbl>
          </a:graphicData>
        </a:graphic>
      </p:graphicFrame>
      <p:pic>
        <p:nvPicPr>
          <p:cNvPr id="1046" name="Google Shape;1046;p16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175800" y="1304137"/>
            <a:ext cx="1376100" cy="1467087"/>
          </a:xfrm>
          <a:prstGeom prst="rect">
            <a:avLst/>
          </a:prstGeom>
          <a:noFill/>
          <a:ln>
            <a:noFill/>
          </a:ln>
        </p:spPr>
      </p:pic>
      <p:sp>
        <p:nvSpPr>
          <p:cNvPr id="1047" name="Google Shape;1047;p169"/>
          <p:cNvSpPr/>
          <p:nvPr/>
        </p:nvSpPr>
        <p:spPr>
          <a:xfrm>
            <a:off x="7727200" y="916675"/>
            <a:ext cx="273300" cy="3360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BFBF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8" name="Google Shape;1048;p16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07" Type="http://schemas.openxmlformats.org/officeDocument/2006/relationships/slideLayout" Target="../slideLayouts/slideLayout107.xml"/><Relationship Id="rId106" Type="http://schemas.openxmlformats.org/officeDocument/2006/relationships/slideLayout" Target="../slideLayouts/slideLayout106.xml"/><Relationship Id="rId105" Type="http://schemas.openxmlformats.org/officeDocument/2006/relationships/slideLayout" Target="../slideLayouts/slideLayout105.xml"/><Relationship Id="rId104" Type="http://schemas.openxmlformats.org/officeDocument/2006/relationships/slideLayout" Target="../slideLayouts/slideLayout104.xml"/><Relationship Id="rId109" Type="http://schemas.openxmlformats.org/officeDocument/2006/relationships/slideLayout" Target="../slideLayouts/slideLayout109.xml"/><Relationship Id="rId108" Type="http://schemas.openxmlformats.org/officeDocument/2006/relationships/slideLayout" Target="../slideLayouts/slideLayout108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103" Type="http://schemas.openxmlformats.org/officeDocument/2006/relationships/slideLayout" Target="../slideLayouts/slideLayout103.xml"/><Relationship Id="rId102" Type="http://schemas.openxmlformats.org/officeDocument/2006/relationships/slideLayout" Target="../slideLayouts/slideLayout102.xml"/><Relationship Id="rId101" Type="http://schemas.openxmlformats.org/officeDocument/2006/relationships/slideLayout" Target="../slideLayouts/slideLayout101.xml"/><Relationship Id="rId100" Type="http://schemas.openxmlformats.org/officeDocument/2006/relationships/slideLayout" Target="../slideLayouts/slideLayout100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29" Type="http://schemas.openxmlformats.org/officeDocument/2006/relationships/slideLayout" Target="../slideLayouts/slideLayout129.xml"/><Relationship Id="rId128" Type="http://schemas.openxmlformats.org/officeDocument/2006/relationships/slideLayout" Target="../slideLayouts/slideLayout128.xml"/><Relationship Id="rId127" Type="http://schemas.openxmlformats.org/officeDocument/2006/relationships/slideLayout" Target="../slideLayouts/slideLayout127.xml"/><Relationship Id="rId126" Type="http://schemas.openxmlformats.org/officeDocument/2006/relationships/slideLayout" Target="../slideLayouts/slideLayout126.xml"/><Relationship Id="rId26" Type="http://schemas.openxmlformats.org/officeDocument/2006/relationships/slideLayout" Target="../slideLayouts/slideLayout26.xml"/><Relationship Id="rId121" Type="http://schemas.openxmlformats.org/officeDocument/2006/relationships/slideLayout" Target="../slideLayouts/slideLayout121.xml"/><Relationship Id="rId25" Type="http://schemas.openxmlformats.org/officeDocument/2006/relationships/slideLayout" Target="../slideLayouts/slideLayout25.xml"/><Relationship Id="rId120" Type="http://schemas.openxmlformats.org/officeDocument/2006/relationships/slideLayout" Target="../slideLayouts/slideLayout120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125" Type="http://schemas.openxmlformats.org/officeDocument/2006/relationships/slideLayout" Target="../slideLayouts/slideLayout125.xml"/><Relationship Id="rId29" Type="http://schemas.openxmlformats.org/officeDocument/2006/relationships/slideLayout" Target="../slideLayouts/slideLayout29.xml"/><Relationship Id="rId124" Type="http://schemas.openxmlformats.org/officeDocument/2006/relationships/slideLayout" Target="../slideLayouts/slideLayout124.xml"/><Relationship Id="rId123" Type="http://schemas.openxmlformats.org/officeDocument/2006/relationships/slideLayout" Target="../slideLayouts/slideLayout123.xml"/><Relationship Id="rId122" Type="http://schemas.openxmlformats.org/officeDocument/2006/relationships/slideLayout" Target="../slideLayouts/slideLayout122.xml"/><Relationship Id="rId95" Type="http://schemas.openxmlformats.org/officeDocument/2006/relationships/slideLayout" Target="../slideLayouts/slideLayout95.xml"/><Relationship Id="rId94" Type="http://schemas.openxmlformats.org/officeDocument/2006/relationships/slideLayout" Target="../slideLayouts/slideLayout94.xml"/><Relationship Id="rId97" Type="http://schemas.openxmlformats.org/officeDocument/2006/relationships/slideLayout" Target="../slideLayouts/slideLayout97.xml"/><Relationship Id="rId96" Type="http://schemas.openxmlformats.org/officeDocument/2006/relationships/slideLayout" Target="../slideLayouts/slideLayout96.xml"/><Relationship Id="rId11" Type="http://schemas.openxmlformats.org/officeDocument/2006/relationships/slideLayout" Target="../slideLayouts/slideLayout11.xml"/><Relationship Id="rId99" Type="http://schemas.openxmlformats.org/officeDocument/2006/relationships/slideLayout" Target="../slideLayouts/slideLayout99.xml"/><Relationship Id="rId10" Type="http://schemas.openxmlformats.org/officeDocument/2006/relationships/slideLayout" Target="../slideLayouts/slideLayout10.xml"/><Relationship Id="rId98" Type="http://schemas.openxmlformats.org/officeDocument/2006/relationships/slideLayout" Target="../slideLayouts/slideLayout98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91" Type="http://schemas.openxmlformats.org/officeDocument/2006/relationships/slideLayout" Target="../slideLayouts/slideLayout91.xml"/><Relationship Id="rId90" Type="http://schemas.openxmlformats.org/officeDocument/2006/relationships/slideLayout" Target="../slideLayouts/slideLayout90.xml"/><Relationship Id="rId93" Type="http://schemas.openxmlformats.org/officeDocument/2006/relationships/slideLayout" Target="../slideLayouts/slideLayout93.xml"/><Relationship Id="rId92" Type="http://schemas.openxmlformats.org/officeDocument/2006/relationships/slideLayout" Target="../slideLayouts/slideLayout92.xml"/><Relationship Id="rId118" Type="http://schemas.openxmlformats.org/officeDocument/2006/relationships/slideLayout" Target="../slideLayouts/slideLayout118.xml"/><Relationship Id="rId117" Type="http://schemas.openxmlformats.org/officeDocument/2006/relationships/slideLayout" Target="../slideLayouts/slideLayout117.xml"/><Relationship Id="rId116" Type="http://schemas.openxmlformats.org/officeDocument/2006/relationships/slideLayout" Target="../slideLayouts/slideLayout116.xml"/><Relationship Id="rId115" Type="http://schemas.openxmlformats.org/officeDocument/2006/relationships/slideLayout" Target="../slideLayouts/slideLayout115.xml"/><Relationship Id="rId119" Type="http://schemas.openxmlformats.org/officeDocument/2006/relationships/slideLayout" Target="../slideLayouts/slideLayout119.xml"/><Relationship Id="rId15" Type="http://schemas.openxmlformats.org/officeDocument/2006/relationships/slideLayout" Target="../slideLayouts/slideLayout15.xml"/><Relationship Id="rId110" Type="http://schemas.openxmlformats.org/officeDocument/2006/relationships/slideLayout" Target="../slideLayouts/slideLayout110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14" Type="http://schemas.openxmlformats.org/officeDocument/2006/relationships/slideLayout" Target="../slideLayouts/slideLayout114.xml"/><Relationship Id="rId18" Type="http://schemas.openxmlformats.org/officeDocument/2006/relationships/slideLayout" Target="../slideLayouts/slideLayout18.xml"/><Relationship Id="rId113" Type="http://schemas.openxmlformats.org/officeDocument/2006/relationships/slideLayout" Target="../slideLayouts/slideLayout113.xml"/><Relationship Id="rId112" Type="http://schemas.openxmlformats.org/officeDocument/2006/relationships/slideLayout" Target="../slideLayouts/slideLayout112.xml"/><Relationship Id="rId111" Type="http://schemas.openxmlformats.org/officeDocument/2006/relationships/slideLayout" Target="../slideLayouts/slideLayout111.xml"/><Relationship Id="rId84" Type="http://schemas.openxmlformats.org/officeDocument/2006/relationships/slideLayout" Target="../slideLayouts/slideLayout84.xml"/><Relationship Id="rId83" Type="http://schemas.openxmlformats.org/officeDocument/2006/relationships/slideLayout" Target="../slideLayouts/slideLayout83.xml"/><Relationship Id="rId86" Type="http://schemas.openxmlformats.org/officeDocument/2006/relationships/slideLayout" Target="../slideLayouts/slideLayout86.xml"/><Relationship Id="rId85" Type="http://schemas.openxmlformats.org/officeDocument/2006/relationships/slideLayout" Target="../slideLayouts/slideLayout85.xml"/><Relationship Id="rId88" Type="http://schemas.openxmlformats.org/officeDocument/2006/relationships/slideLayout" Target="../slideLayouts/slideLayout88.xml"/><Relationship Id="rId150" Type="http://schemas.openxmlformats.org/officeDocument/2006/relationships/slideLayout" Target="../slideLayouts/slideLayout150.xml"/><Relationship Id="rId87" Type="http://schemas.openxmlformats.org/officeDocument/2006/relationships/slideLayout" Target="../slideLayouts/slideLayout87.xml"/><Relationship Id="rId89" Type="http://schemas.openxmlformats.org/officeDocument/2006/relationships/slideLayout" Target="../slideLayouts/slideLayout89.xml"/><Relationship Id="rId80" Type="http://schemas.openxmlformats.org/officeDocument/2006/relationships/slideLayout" Target="../slideLayouts/slideLayout80.xml"/><Relationship Id="rId82" Type="http://schemas.openxmlformats.org/officeDocument/2006/relationships/slideLayout" Target="../slideLayouts/slideLayout82.xml"/><Relationship Id="rId81" Type="http://schemas.openxmlformats.org/officeDocument/2006/relationships/slideLayout" Target="../slideLayouts/slideLayout8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149" Type="http://schemas.openxmlformats.org/officeDocument/2006/relationships/slideLayout" Target="../slideLayouts/slideLayout149.xml"/><Relationship Id="rId4" Type="http://schemas.openxmlformats.org/officeDocument/2006/relationships/slideLayout" Target="../slideLayouts/slideLayout4.xml"/><Relationship Id="rId148" Type="http://schemas.openxmlformats.org/officeDocument/2006/relationships/slideLayout" Target="../slideLayouts/slideLayout148.xml"/><Relationship Id="rId9" Type="http://schemas.openxmlformats.org/officeDocument/2006/relationships/slideLayout" Target="../slideLayouts/slideLayout9.xml"/><Relationship Id="rId143" Type="http://schemas.openxmlformats.org/officeDocument/2006/relationships/slideLayout" Target="../slideLayouts/slideLayout143.xml"/><Relationship Id="rId142" Type="http://schemas.openxmlformats.org/officeDocument/2006/relationships/slideLayout" Target="../slideLayouts/slideLayout142.xml"/><Relationship Id="rId141" Type="http://schemas.openxmlformats.org/officeDocument/2006/relationships/slideLayout" Target="../slideLayouts/slideLayout141.xml"/><Relationship Id="rId140" Type="http://schemas.openxmlformats.org/officeDocument/2006/relationships/slideLayout" Target="../slideLayouts/slideLayout140.xml"/><Relationship Id="rId5" Type="http://schemas.openxmlformats.org/officeDocument/2006/relationships/slideLayout" Target="../slideLayouts/slideLayout5.xml"/><Relationship Id="rId147" Type="http://schemas.openxmlformats.org/officeDocument/2006/relationships/slideLayout" Target="../slideLayouts/slideLayout147.xml"/><Relationship Id="rId6" Type="http://schemas.openxmlformats.org/officeDocument/2006/relationships/slideLayout" Target="../slideLayouts/slideLayout6.xml"/><Relationship Id="rId146" Type="http://schemas.openxmlformats.org/officeDocument/2006/relationships/slideLayout" Target="../slideLayouts/slideLayout146.xml"/><Relationship Id="rId7" Type="http://schemas.openxmlformats.org/officeDocument/2006/relationships/slideLayout" Target="../slideLayouts/slideLayout7.xml"/><Relationship Id="rId145" Type="http://schemas.openxmlformats.org/officeDocument/2006/relationships/slideLayout" Target="../slideLayouts/slideLayout145.xml"/><Relationship Id="rId8" Type="http://schemas.openxmlformats.org/officeDocument/2006/relationships/slideLayout" Target="../slideLayouts/slideLayout8.xml"/><Relationship Id="rId144" Type="http://schemas.openxmlformats.org/officeDocument/2006/relationships/slideLayout" Target="../slideLayouts/slideLayout144.xml"/><Relationship Id="rId73" Type="http://schemas.openxmlformats.org/officeDocument/2006/relationships/slideLayout" Target="../slideLayouts/slideLayout73.xml"/><Relationship Id="rId72" Type="http://schemas.openxmlformats.org/officeDocument/2006/relationships/slideLayout" Target="../slideLayouts/slideLayout72.xml"/><Relationship Id="rId75" Type="http://schemas.openxmlformats.org/officeDocument/2006/relationships/slideLayout" Target="../slideLayouts/slideLayout75.xml"/><Relationship Id="rId74" Type="http://schemas.openxmlformats.org/officeDocument/2006/relationships/slideLayout" Target="../slideLayouts/slideLayout74.xml"/><Relationship Id="rId77" Type="http://schemas.openxmlformats.org/officeDocument/2006/relationships/slideLayout" Target="../slideLayouts/slideLayout77.xml"/><Relationship Id="rId76" Type="http://schemas.openxmlformats.org/officeDocument/2006/relationships/slideLayout" Target="../slideLayouts/slideLayout76.xml"/><Relationship Id="rId79" Type="http://schemas.openxmlformats.org/officeDocument/2006/relationships/slideLayout" Target="../slideLayouts/slideLayout79.xml"/><Relationship Id="rId78" Type="http://schemas.openxmlformats.org/officeDocument/2006/relationships/slideLayout" Target="../slideLayouts/slideLayout78.xml"/><Relationship Id="rId71" Type="http://schemas.openxmlformats.org/officeDocument/2006/relationships/slideLayout" Target="../slideLayouts/slideLayout71.xml"/><Relationship Id="rId70" Type="http://schemas.openxmlformats.org/officeDocument/2006/relationships/slideLayout" Target="../slideLayouts/slideLayout70.xml"/><Relationship Id="rId139" Type="http://schemas.openxmlformats.org/officeDocument/2006/relationships/slideLayout" Target="../slideLayouts/slideLayout139.xml"/><Relationship Id="rId138" Type="http://schemas.openxmlformats.org/officeDocument/2006/relationships/slideLayout" Target="../slideLayouts/slideLayout138.xml"/><Relationship Id="rId137" Type="http://schemas.openxmlformats.org/officeDocument/2006/relationships/slideLayout" Target="../slideLayouts/slideLayout137.xml"/><Relationship Id="rId132" Type="http://schemas.openxmlformats.org/officeDocument/2006/relationships/slideLayout" Target="../slideLayouts/slideLayout132.xml"/><Relationship Id="rId131" Type="http://schemas.openxmlformats.org/officeDocument/2006/relationships/slideLayout" Target="../slideLayouts/slideLayout131.xml"/><Relationship Id="rId130" Type="http://schemas.openxmlformats.org/officeDocument/2006/relationships/slideLayout" Target="../slideLayouts/slideLayout130.xml"/><Relationship Id="rId136" Type="http://schemas.openxmlformats.org/officeDocument/2006/relationships/slideLayout" Target="../slideLayouts/slideLayout136.xml"/><Relationship Id="rId135" Type="http://schemas.openxmlformats.org/officeDocument/2006/relationships/slideLayout" Target="../slideLayouts/slideLayout135.xml"/><Relationship Id="rId134" Type="http://schemas.openxmlformats.org/officeDocument/2006/relationships/slideLayout" Target="../slideLayouts/slideLayout134.xml"/><Relationship Id="rId133" Type="http://schemas.openxmlformats.org/officeDocument/2006/relationships/slideLayout" Target="../slideLayouts/slideLayout133.xml"/><Relationship Id="rId62" Type="http://schemas.openxmlformats.org/officeDocument/2006/relationships/slideLayout" Target="../slideLayouts/slideLayout62.xml"/><Relationship Id="rId61" Type="http://schemas.openxmlformats.org/officeDocument/2006/relationships/slideLayout" Target="../slideLayouts/slideLayout61.xml"/><Relationship Id="rId64" Type="http://schemas.openxmlformats.org/officeDocument/2006/relationships/slideLayout" Target="../slideLayouts/slideLayout64.xml"/><Relationship Id="rId63" Type="http://schemas.openxmlformats.org/officeDocument/2006/relationships/slideLayout" Target="../slideLayouts/slideLayout63.xml"/><Relationship Id="rId66" Type="http://schemas.openxmlformats.org/officeDocument/2006/relationships/slideLayout" Target="../slideLayouts/slideLayout66.xml"/><Relationship Id="rId65" Type="http://schemas.openxmlformats.org/officeDocument/2006/relationships/slideLayout" Target="../slideLayouts/slideLayout65.xml"/><Relationship Id="rId68" Type="http://schemas.openxmlformats.org/officeDocument/2006/relationships/slideLayout" Target="../slideLayouts/slideLayout68.xml"/><Relationship Id="rId67" Type="http://schemas.openxmlformats.org/officeDocument/2006/relationships/slideLayout" Target="../slideLayouts/slideLayout67.xml"/><Relationship Id="rId60" Type="http://schemas.openxmlformats.org/officeDocument/2006/relationships/slideLayout" Target="../slideLayouts/slideLayout60.xml"/><Relationship Id="rId69" Type="http://schemas.openxmlformats.org/officeDocument/2006/relationships/slideLayout" Target="../slideLayouts/slideLayout69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3" Type="http://schemas.openxmlformats.org/officeDocument/2006/relationships/slideLayout" Target="../slideLayouts/slideLayout53.xml"/><Relationship Id="rId52" Type="http://schemas.openxmlformats.org/officeDocument/2006/relationships/slideLayout" Target="../slideLayouts/slideLayout52.xml"/><Relationship Id="rId55" Type="http://schemas.openxmlformats.org/officeDocument/2006/relationships/slideLayout" Target="../slideLayouts/slideLayout55.xml"/><Relationship Id="rId54" Type="http://schemas.openxmlformats.org/officeDocument/2006/relationships/slideLayout" Target="../slideLayouts/slideLayout54.xml"/><Relationship Id="rId57" Type="http://schemas.openxmlformats.org/officeDocument/2006/relationships/slideLayout" Target="../slideLayouts/slideLayout57.xml"/><Relationship Id="rId56" Type="http://schemas.openxmlformats.org/officeDocument/2006/relationships/slideLayout" Target="../slideLayouts/slideLayout56.xml"/><Relationship Id="rId59" Type="http://schemas.openxmlformats.org/officeDocument/2006/relationships/slideLayout" Target="../slideLayouts/slideLayout59.xml"/><Relationship Id="rId154" Type="http://schemas.openxmlformats.org/officeDocument/2006/relationships/theme" Target="../theme/theme1.xml"/><Relationship Id="rId58" Type="http://schemas.openxmlformats.org/officeDocument/2006/relationships/slideLayout" Target="../slideLayouts/slideLayout58.xml"/><Relationship Id="rId153" Type="http://schemas.openxmlformats.org/officeDocument/2006/relationships/slideLayout" Target="../slideLayouts/slideLayout153.xml"/><Relationship Id="rId152" Type="http://schemas.openxmlformats.org/officeDocument/2006/relationships/slideLayout" Target="../slideLayouts/slideLayout152.xml"/><Relationship Id="rId151" Type="http://schemas.openxmlformats.org/officeDocument/2006/relationships/slideLayout" Target="../slideLayouts/slideLayout15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/>
          <p:nvPr/>
        </p:nvSpPr>
        <p:spPr>
          <a:xfrm>
            <a:off x="7762875" y="4992143"/>
            <a:ext cx="1042800" cy="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</a:pPr>
            <a:r>
              <a:rPr b="0" i="0" lang="en-US" sz="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Copyright © 2025 Arizona Board of Regents</a:t>
            </a:r>
            <a:endParaRPr b="0" i="0" sz="4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7;p16"/>
          <p:cNvSpPr txBox="1"/>
          <p:nvPr>
            <p:ph type="title"/>
          </p:nvPr>
        </p:nvSpPr>
        <p:spPr>
          <a:xfrm>
            <a:off x="420625" y="320050"/>
            <a:ext cx="8275200" cy="4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6"/>
          <p:cNvSpPr txBox="1"/>
          <p:nvPr>
            <p:ph idx="1" type="body"/>
          </p:nvPr>
        </p:nvSpPr>
        <p:spPr>
          <a:xfrm>
            <a:off x="420900" y="994550"/>
            <a:ext cx="4105500" cy="31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○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■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○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30200" lvl="5" marL="27432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■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30200" lvl="6" marL="32004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30200" lvl="7" marL="36576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○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30200" lvl="8" marL="4114800" marR="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600"/>
              <a:buFont typeface="Arial"/>
              <a:buChar char="■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6"/>
          <p:cNvSpPr txBox="1"/>
          <p:nvPr/>
        </p:nvSpPr>
        <p:spPr>
          <a:xfrm>
            <a:off x="-2695750" y="4298700"/>
            <a:ext cx="2526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Area below the line reserved </a:t>
            </a:r>
            <a:r>
              <a:rPr b="0" i="0" lang="en-US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to accommodate live closed captioning during presentations.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" name="Google Shape;10;p16"/>
          <p:cNvCxnSpPr/>
          <p:nvPr/>
        </p:nvCxnSpPr>
        <p:spPr>
          <a:xfrm>
            <a:off x="-2917025" y="4168375"/>
            <a:ext cx="2870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16"/>
          <p:cNvCxnSpPr/>
          <p:nvPr/>
        </p:nvCxnSpPr>
        <p:spPr>
          <a:xfrm>
            <a:off x="9190925" y="4168375"/>
            <a:ext cx="2870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" name="Google Shape;12;p16"/>
          <p:cNvSpPr txBox="1"/>
          <p:nvPr/>
        </p:nvSpPr>
        <p:spPr>
          <a:xfrm>
            <a:off x="9351103" y="4298700"/>
            <a:ext cx="2526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Area below the line reserved </a:t>
            </a:r>
            <a:r>
              <a:rPr b="0" i="0" lang="en-US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to accommodate live closed captioning during presentations.</a:t>
            </a:r>
            <a:endParaRPr b="1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  <p:sldLayoutId id="2147483695" r:id="rId47"/>
    <p:sldLayoutId id="2147483696" r:id="rId48"/>
    <p:sldLayoutId id="2147483697" r:id="rId49"/>
    <p:sldLayoutId id="2147483698" r:id="rId50"/>
    <p:sldLayoutId id="2147483699" r:id="rId51"/>
    <p:sldLayoutId id="2147483700" r:id="rId52"/>
    <p:sldLayoutId id="2147483701" r:id="rId53"/>
    <p:sldLayoutId id="2147483702" r:id="rId54"/>
    <p:sldLayoutId id="2147483703" r:id="rId55"/>
    <p:sldLayoutId id="2147483704" r:id="rId56"/>
    <p:sldLayoutId id="2147483705" r:id="rId57"/>
    <p:sldLayoutId id="2147483706" r:id="rId58"/>
    <p:sldLayoutId id="2147483707" r:id="rId59"/>
    <p:sldLayoutId id="2147483708" r:id="rId60"/>
    <p:sldLayoutId id="2147483709" r:id="rId61"/>
    <p:sldLayoutId id="2147483710" r:id="rId62"/>
    <p:sldLayoutId id="2147483711" r:id="rId63"/>
    <p:sldLayoutId id="2147483712" r:id="rId64"/>
    <p:sldLayoutId id="2147483713" r:id="rId65"/>
    <p:sldLayoutId id="2147483714" r:id="rId66"/>
    <p:sldLayoutId id="2147483715" r:id="rId67"/>
    <p:sldLayoutId id="2147483716" r:id="rId68"/>
    <p:sldLayoutId id="2147483717" r:id="rId69"/>
    <p:sldLayoutId id="2147483718" r:id="rId70"/>
    <p:sldLayoutId id="2147483719" r:id="rId71"/>
    <p:sldLayoutId id="2147483720" r:id="rId72"/>
    <p:sldLayoutId id="2147483721" r:id="rId73"/>
    <p:sldLayoutId id="2147483722" r:id="rId74"/>
    <p:sldLayoutId id="2147483723" r:id="rId75"/>
    <p:sldLayoutId id="2147483724" r:id="rId76"/>
    <p:sldLayoutId id="2147483725" r:id="rId77"/>
    <p:sldLayoutId id="2147483726" r:id="rId78"/>
    <p:sldLayoutId id="2147483727" r:id="rId79"/>
    <p:sldLayoutId id="2147483728" r:id="rId80"/>
    <p:sldLayoutId id="2147483729" r:id="rId81"/>
    <p:sldLayoutId id="2147483730" r:id="rId82"/>
    <p:sldLayoutId id="2147483731" r:id="rId83"/>
    <p:sldLayoutId id="2147483732" r:id="rId84"/>
    <p:sldLayoutId id="2147483733" r:id="rId85"/>
    <p:sldLayoutId id="2147483734" r:id="rId86"/>
    <p:sldLayoutId id="2147483735" r:id="rId87"/>
    <p:sldLayoutId id="2147483736" r:id="rId88"/>
    <p:sldLayoutId id="2147483737" r:id="rId89"/>
    <p:sldLayoutId id="2147483738" r:id="rId90"/>
    <p:sldLayoutId id="2147483739" r:id="rId91"/>
    <p:sldLayoutId id="2147483740" r:id="rId92"/>
    <p:sldLayoutId id="2147483741" r:id="rId93"/>
    <p:sldLayoutId id="2147483742" r:id="rId94"/>
    <p:sldLayoutId id="2147483743" r:id="rId95"/>
    <p:sldLayoutId id="2147483744" r:id="rId96"/>
    <p:sldLayoutId id="2147483745" r:id="rId97"/>
    <p:sldLayoutId id="2147483746" r:id="rId98"/>
    <p:sldLayoutId id="2147483747" r:id="rId99"/>
    <p:sldLayoutId id="2147483748" r:id="rId100"/>
    <p:sldLayoutId id="2147483749" r:id="rId101"/>
    <p:sldLayoutId id="2147483750" r:id="rId102"/>
    <p:sldLayoutId id="2147483751" r:id="rId103"/>
    <p:sldLayoutId id="2147483752" r:id="rId104"/>
    <p:sldLayoutId id="2147483753" r:id="rId105"/>
    <p:sldLayoutId id="2147483754" r:id="rId106"/>
    <p:sldLayoutId id="2147483755" r:id="rId107"/>
    <p:sldLayoutId id="2147483756" r:id="rId108"/>
    <p:sldLayoutId id="2147483757" r:id="rId109"/>
    <p:sldLayoutId id="2147483758" r:id="rId110"/>
    <p:sldLayoutId id="2147483759" r:id="rId111"/>
    <p:sldLayoutId id="2147483760" r:id="rId112"/>
    <p:sldLayoutId id="2147483761" r:id="rId113"/>
    <p:sldLayoutId id="2147483762" r:id="rId114"/>
    <p:sldLayoutId id="2147483763" r:id="rId115"/>
    <p:sldLayoutId id="2147483764" r:id="rId116"/>
    <p:sldLayoutId id="2147483765" r:id="rId117"/>
    <p:sldLayoutId id="2147483766" r:id="rId118"/>
    <p:sldLayoutId id="2147483767" r:id="rId119"/>
    <p:sldLayoutId id="2147483768" r:id="rId120"/>
    <p:sldLayoutId id="2147483769" r:id="rId121"/>
    <p:sldLayoutId id="2147483770" r:id="rId122"/>
    <p:sldLayoutId id="2147483771" r:id="rId123"/>
    <p:sldLayoutId id="2147483772" r:id="rId124"/>
    <p:sldLayoutId id="2147483773" r:id="rId125"/>
    <p:sldLayoutId id="2147483774" r:id="rId126"/>
    <p:sldLayoutId id="2147483775" r:id="rId127"/>
    <p:sldLayoutId id="2147483776" r:id="rId128"/>
    <p:sldLayoutId id="2147483777" r:id="rId129"/>
    <p:sldLayoutId id="2147483778" r:id="rId130"/>
    <p:sldLayoutId id="2147483779" r:id="rId131"/>
    <p:sldLayoutId id="2147483780" r:id="rId132"/>
    <p:sldLayoutId id="2147483781" r:id="rId133"/>
    <p:sldLayoutId id="2147483782" r:id="rId134"/>
    <p:sldLayoutId id="2147483783" r:id="rId135"/>
    <p:sldLayoutId id="2147483784" r:id="rId136"/>
    <p:sldLayoutId id="2147483785" r:id="rId137"/>
    <p:sldLayoutId id="2147483786" r:id="rId138"/>
    <p:sldLayoutId id="2147483787" r:id="rId139"/>
    <p:sldLayoutId id="2147483788" r:id="rId140"/>
    <p:sldLayoutId id="2147483789" r:id="rId141"/>
    <p:sldLayoutId id="2147483790" r:id="rId142"/>
    <p:sldLayoutId id="2147483791" r:id="rId143"/>
    <p:sldLayoutId id="2147483792" r:id="rId144"/>
    <p:sldLayoutId id="2147483793" r:id="rId145"/>
    <p:sldLayoutId id="2147483794" r:id="rId146"/>
    <p:sldLayoutId id="2147483795" r:id="rId147"/>
    <p:sldLayoutId id="2147483796" r:id="rId148"/>
    <p:sldLayoutId id="2147483797" r:id="rId149"/>
    <p:sldLayoutId id="2147483798" r:id="rId150"/>
    <p:sldLayoutId id="2147483799" r:id="rId151"/>
    <p:sldLayoutId id="2147483800" r:id="rId152"/>
    <p:sldLayoutId id="2147483801" r:id="rId15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65">
          <p15:clr>
            <a:srgbClr val="FF00FF"/>
          </p15:clr>
        </p15:guide>
        <p15:guide id="2" pos="5478">
          <p15:clr>
            <a:srgbClr val="FF00FF"/>
          </p15:clr>
        </p15:guide>
        <p15:guide id="3" pos="2909">
          <p15:clr>
            <a:srgbClr val="FF00FF"/>
          </p15:clr>
        </p15:guide>
        <p15:guide id="4" pos="5547">
          <p15:clr>
            <a:srgbClr val="FF00FF"/>
          </p15:clr>
        </p15:guide>
        <p15:guide id="5" pos="1331">
          <p15:clr>
            <a:srgbClr val="FF00FF"/>
          </p15:clr>
        </p15:guide>
        <p15:guide id="6" pos="467">
          <p15:clr>
            <a:srgbClr val="FF00FF"/>
          </p15:clr>
        </p15:guide>
        <p15:guide id="7" pos="530">
          <p15:clr>
            <a:srgbClr val="FF00FF"/>
          </p15:clr>
        </p15:guide>
        <p15:guide id="8" pos="732">
          <p15:clr>
            <a:srgbClr val="FF00FF"/>
          </p15:clr>
        </p15:guide>
        <p15:guide id="9" pos="795">
          <p15:clr>
            <a:srgbClr val="FF00FF"/>
          </p15:clr>
        </p15:guide>
        <p15:guide id="10" pos="991">
          <p15:clr>
            <a:srgbClr val="FF00FF"/>
          </p15:clr>
        </p15:guide>
        <p15:guide id="11" pos="1060">
          <p15:clr>
            <a:srgbClr val="FF00FF"/>
          </p15:clr>
        </p15:guide>
        <p15:guide id="12" pos="1267">
          <p15:clr>
            <a:srgbClr val="FF00FF"/>
          </p15:clr>
        </p15:guide>
        <p15:guide id="13" pos="1319">
          <p15:clr>
            <a:srgbClr val="FF00FF"/>
          </p15:clr>
        </p15:guide>
        <p15:guide id="14" pos="1521">
          <p15:clr>
            <a:srgbClr val="FF00FF"/>
          </p15:clr>
        </p15:guide>
        <p15:guide id="15" pos="1584">
          <p15:clr>
            <a:srgbClr val="FF00FF"/>
          </p15:clr>
        </p15:guide>
        <p15:guide id="16" pos="1786">
          <p15:clr>
            <a:srgbClr val="FF00FF"/>
          </p15:clr>
        </p15:guide>
        <p15:guide id="17" pos="1849">
          <p15:clr>
            <a:srgbClr val="FF00FF"/>
          </p15:clr>
        </p15:guide>
        <p15:guide id="18" pos="2051">
          <p15:clr>
            <a:srgbClr val="FF00FF"/>
          </p15:clr>
        </p15:guide>
        <p15:guide id="19" pos="2114">
          <p15:clr>
            <a:srgbClr val="FF00FF"/>
          </p15:clr>
        </p15:guide>
        <p15:guide id="20" pos="2316">
          <p15:clr>
            <a:srgbClr val="FF00FF"/>
          </p15:clr>
        </p15:guide>
        <p15:guide id="21" pos="2379">
          <p15:clr>
            <a:srgbClr val="FF00FF"/>
          </p15:clr>
        </p15:guide>
        <p15:guide id="22" pos="2575">
          <p15:clr>
            <a:srgbClr val="FF00FF"/>
          </p15:clr>
        </p15:guide>
        <p15:guide id="23" pos="2644">
          <p15:clr>
            <a:srgbClr val="FF00FF"/>
          </p15:clr>
        </p15:guide>
        <p15:guide id="24" pos="2851">
          <p15:clr>
            <a:srgbClr val="FF00FF"/>
          </p15:clr>
        </p15:guide>
        <p15:guide id="25" pos="3110">
          <p15:clr>
            <a:srgbClr val="FF00FF"/>
          </p15:clr>
        </p15:guide>
        <p15:guide id="26" pos="3174">
          <p15:clr>
            <a:srgbClr val="FF00FF"/>
          </p15:clr>
        </p15:guide>
        <p15:guide id="27" pos="3375">
          <p15:clr>
            <a:srgbClr val="FF00FF"/>
          </p15:clr>
        </p15:guide>
        <p15:guide id="28" pos="3439">
          <p15:clr>
            <a:srgbClr val="FF00FF"/>
          </p15:clr>
        </p15:guide>
        <p15:guide id="29" pos="3640">
          <p15:clr>
            <a:srgbClr val="FF00FF"/>
          </p15:clr>
        </p15:guide>
        <p15:guide id="30" pos="3698">
          <p15:clr>
            <a:srgbClr val="FF00FF"/>
          </p15:clr>
        </p15:guide>
        <p15:guide id="31" pos="3905">
          <p15:clr>
            <a:srgbClr val="FF00FF"/>
          </p15:clr>
        </p15:guide>
        <p15:guide id="32" pos="3963">
          <p15:clr>
            <a:srgbClr val="FF00FF"/>
          </p15:clr>
        </p15:guide>
        <p15:guide id="33" pos="4164">
          <p15:clr>
            <a:srgbClr val="FF00FF"/>
          </p15:clr>
        </p15:guide>
        <p15:guide id="34" pos="4228">
          <p15:clr>
            <a:srgbClr val="FF00FF"/>
          </p15:clr>
        </p15:guide>
        <p15:guide id="35" pos="4429">
          <p15:clr>
            <a:srgbClr val="FF00FF"/>
          </p15:clr>
        </p15:guide>
        <p15:guide id="36" pos="4493">
          <p15:clr>
            <a:srgbClr val="FF00FF"/>
          </p15:clr>
        </p15:guide>
        <p15:guide id="37" pos="4694">
          <p15:clr>
            <a:srgbClr val="FF00FF"/>
          </p15:clr>
        </p15:guide>
        <p15:guide id="38" pos="4752">
          <p15:clr>
            <a:srgbClr val="FF00FF"/>
          </p15:clr>
        </p15:guide>
        <p15:guide id="39" pos="4954">
          <p15:clr>
            <a:srgbClr val="FF00FF"/>
          </p15:clr>
        </p15:guide>
        <p15:guide id="40" pos="5017">
          <p15:clr>
            <a:srgbClr val="FF00FF"/>
          </p15:clr>
        </p15:guide>
        <p15:guide id="41" pos="5219">
          <p15:clr>
            <a:srgbClr val="FF00FF"/>
          </p15:clr>
        </p15:guide>
        <p15:guide id="42" pos="5288">
          <p15:clr>
            <a:srgbClr val="FF00FF"/>
          </p15:clr>
        </p15:guide>
        <p15:guide id="43" orient="horz" pos="559">
          <p15:clr>
            <a:srgbClr val="FF00FF"/>
          </p15:clr>
        </p15:guide>
        <p15:guide id="44" orient="horz" pos="3041">
          <p15:clr>
            <a:srgbClr val="FF00FF"/>
          </p15:clr>
        </p15:guide>
        <p15:guide id="45" orient="horz" pos="202">
          <p15:clr>
            <a:srgbClr val="FF00FF"/>
          </p15:clr>
        </p15:guide>
        <p15:guide id="46" orient="horz" pos="1619">
          <p15:clr>
            <a:srgbClr val="00FFFF"/>
          </p15:clr>
        </p15:guide>
        <p15:guide id="47" pos="2880">
          <p15:clr>
            <a:srgbClr val="00FFFF"/>
          </p15:clr>
        </p15:guide>
        <p15:guide id="48" orient="horz" pos="626">
          <p15:clr>
            <a:srgbClr val="FF00FF"/>
          </p15:clr>
        </p15:guide>
        <p15:guide id="49" orient="horz" pos="2631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2.png"/><Relationship Id="rId4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://neuralnetworksanddeeplearning.com/" TargetMode="External"/><Relationship Id="rId4" Type="http://schemas.openxmlformats.org/officeDocument/2006/relationships/hyperlink" Target="https://jalammar.github.io/illustrated-transformer/" TargetMode="External"/><Relationship Id="rId5" Type="http://schemas.openxmlformats.org/officeDocument/2006/relationships/hyperlink" Target="https://medium.com/@cristianleo120/the-math-behind-transformers-6d7710682a1f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52" name="Shape 1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Google Shape;1053;p1"/>
          <p:cNvSpPr txBox="1"/>
          <p:nvPr>
            <p:ph type="ctrTitle"/>
          </p:nvPr>
        </p:nvSpPr>
        <p:spPr>
          <a:xfrm>
            <a:off x="311708" y="1719675"/>
            <a:ext cx="85206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-US" sz="3500">
                <a:solidFill>
                  <a:schemeClr val="lt1"/>
                </a:solidFill>
                <a:highlight>
                  <a:schemeClr val="dk1"/>
                </a:highlight>
              </a:rPr>
              <a:t>Attention Score Acceleration using an FPGA</a:t>
            </a:r>
            <a:endParaRPr sz="3500">
              <a:solidFill>
                <a:schemeClr val="lt1"/>
              </a:solidFill>
              <a:highlight>
                <a:schemeClr val="dk1"/>
              </a:highlight>
            </a:endParaRPr>
          </a:p>
        </p:txBody>
      </p:sp>
      <p:sp>
        <p:nvSpPr>
          <p:cNvPr id="1054" name="Google Shape;1054;p1"/>
          <p:cNvSpPr txBox="1"/>
          <p:nvPr>
            <p:ph idx="1" type="subTitle"/>
          </p:nvPr>
        </p:nvSpPr>
        <p:spPr>
          <a:xfrm>
            <a:off x="311700" y="323607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1800">
                <a:highlight>
                  <a:schemeClr val="accent1"/>
                </a:highlight>
              </a:rPr>
              <a:t>Samarth, Rijul, Om and Satyarth</a:t>
            </a:r>
            <a:br>
              <a:rPr lang="en-US"/>
            </a:br>
            <a:r>
              <a:rPr lang="en-US" sz="1800">
                <a:highlight>
                  <a:srgbClr val="FFC627"/>
                </a:highlight>
              </a:rPr>
              <a:t>RC19</a:t>
            </a:r>
            <a:endParaRPr sz="1300">
              <a:highlight>
                <a:schemeClr val="accent1"/>
              </a:highlight>
            </a:endParaRPr>
          </a:p>
        </p:txBody>
      </p:sp>
      <p:sp>
        <p:nvSpPr>
          <p:cNvPr id="1055" name="Google Shape;1055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9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Google Shape;1060;p2"/>
          <p:cNvSpPr txBox="1"/>
          <p:nvPr>
            <p:ph type="title"/>
          </p:nvPr>
        </p:nvSpPr>
        <p:spPr>
          <a:xfrm>
            <a:off x="420625" y="320050"/>
            <a:ext cx="82716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/>
              <a:t>Project Overview</a:t>
            </a:r>
            <a:endParaRPr/>
          </a:p>
        </p:txBody>
      </p:sp>
      <p:sp>
        <p:nvSpPr>
          <p:cNvPr id="1061" name="Google Shape;1061;p2"/>
          <p:cNvSpPr txBox="1"/>
          <p:nvPr>
            <p:ph idx="1" type="body"/>
          </p:nvPr>
        </p:nvSpPr>
        <p:spPr>
          <a:xfrm>
            <a:off x="480629" y="1658896"/>
            <a:ext cx="4075796" cy="18257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050"/>
              <a:t>Built a standalone one-head attention accelerator for the AMD/Xilinx U55C FPGA.</a:t>
            </a:r>
            <a:endParaRPr/>
          </a:p>
          <a:p>
            <a:pPr indent="0" lvl="0" marL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05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050"/>
              <a:t>The FPGA takes one attention head’s query, key, and value data from TinyLlama and produces the corresponding one-head attention output.</a:t>
            </a:r>
            <a:endParaRPr/>
          </a:p>
          <a:p>
            <a:pPr indent="0" lvl="0" marL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05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050"/>
              <a:t>Verified synthetic sequence lengths S = 8, 64, 128, 256, 512 and real TinyLlama vectors.</a:t>
            </a:r>
            <a:endParaRPr/>
          </a:p>
        </p:txBody>
      </p:sp>
      <p:pic>
        <p:nvPicPr>
          <p:cNvPr id="1062" name="Google Shape;1062;p2"/>
          <p:cNvPicPr preferRelativeResize="0"/>
          <p:nvPr/>
        </p:nvPicPr>
        <p:blipFill rotWithShape="1">
          <a:blip r:embed="rId3">
            <a:alphaModFix/>
          </a:blip>
          <a:srcRect b="31413" l="0" r="0" t="0"/>
          <a:stretch/>
        </p:blipFill>
        <p:spPr>
          <a:xfrm>
            <a:off x="4674075" y="1453600"/>
            <a:ext cx="4075251" cy="2236299"/>
          </a:xfrm>
          <a:prstGeom prst="rect">
            <a:avLst/>
          </a:prstGeom>
          <a:noFill/>
          <a:ln>
            <a:noFill/>
          </a:ln>
        </p:spPr>
      </p:pic>
      <p:sp>
        <p:nvSpPr>
          <p:cNvPr id="1063" name="Google Shape;1063;p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6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6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6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6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6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7" name="Shape 1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Google Shape;1068;p3"/>
          <p:cNvSpPr txBox="1"/>
          <p:nvPr>
            <p:ph type="title"/>
          </p:nvPr>
        </p:nvSpPr>
        <p:spPr>
          <a:xfrm>
            <a:off x="420625" y="320050"/>
            <a:ext cx="82716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/>
              <a:t>Background</a:t>
            </a:r>
            <a:endParaRPr/>
          </a:p>
        </p:txBody>
      </p:sp>
      <p:sp>
        <p:nvSpPr>
          <p:cNvPr id="1069" name="Google Shape;1069;p3"/>
          <p:cNvSpPr txBox="1"/>
          <p:nvPr>
            <p:ph idx="1" type="body"/>
          </p:nvPr>
        </p:nvSpPr>
        <p:spPr>
          <a:xfrm>
            <a:off x="420625" y="1097280"/>
            <a:ext cx="2193208" cy="35715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70000" lnSpcReduction="20000"/>
          </a:bodyPr>
          <a:lstStyle/>
          <a:p>
            <a:pPr indent="-282734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lang="en-US" sz="1100">
                <a:solidFill>
                  <a:srgbClr val="000000"/>
                </a:solidFill>
              </a:rPr>
              <a:t>Transformer models rely on the </a:t>
            </a:r>
            <a:r>
              <a:rPr b="1" lang="en-US" sz="1100">
                <a:solidFill>
                  <a:srgbClr val="000000"/>
                </a:solidFill>
              </a:rPr>
              <a:t>self-attention mechanism</a:t>
            </a:r>
            <a:r>
              <a:rPr lang="en-US" sz="1100">
                <a:solidFill>
                  <a:srgbClr val="000000"/>
                </a:solidFill>
              </a:rPr>
              <a:t> to capture relationships between tokens in a sequence</a:t>
            </a:r>
            <a:endParaRPr sz="1100">
              <a:solidFill>
                <a:srgbClr val="000000"/>
              </a:solidFill>
            </a:endParaRPr>
          </a:p>
          <a:p>
            <a:pPr indent="-282734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lang="en-US" sz="1100">
                <a:solidFill>
                  <a:srgbClr val="000000"/>
                </a:solidFill>
              </a:rPr>
              <a:t>Input embeddings are projected into </a:t>
            </a:r>
            <a:r>
              <a:rPr b="1" lang="en-US" sz="1100">
                <a:solidFill>
                  <a:srgbClr val="000000"/>
                </a:solidFill>
              </a:rPr>
              <a:t>Query (Q), Key (K), and Value (V)</a:t>
            </a:r>
            <a:r>
              <a:rPr lang="en-US" sz="1100">
                <a:solidFill>
                  <a:srgbClr val="000000"/>
                </a:solidFill>
              </a:rPr>
              <a:t> representations</a:t>
            </a:r>
            <a:endParaRPr sz="1100">
              <a:solidFill>
                <a:srgbClr val="000000"/>
              </a:solidFill>
            </a:endParaRPr>
          </a:p>
          <a:p>
            <a:pPr indent="-282734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lang="en-US" sz="1100">
                <a:solidFill>
                  <a:srgbClr val="000000"/>
                </a:solidFill>
              </a:rPr>
              <a:t>Attention scores are computed using a </a:t>
            </a:r>
            <a:r>
              <a:rPr b="1" lang="en-US" sz="1100">
                <a:solidFill>
                  <a:srgbClr val="000000"/>
                </a:solidFill>
              </a:rPr>
              <a:t>matrix multiplication: Q × Kᵀ</a:t>
            </a:r>
            <a:r>
              <a:rPr lang="en-US" sz="1100">
                <a:solidFill>
                  <a:srgbClr val="000000"/>
                </a:solidFill>
              </a:rPr>
              <a:t>, which measures similarity between tokens</a:t>
            </a:r>
            <a:endParaRPr sz="1100">
              <a:solidFill>
                <a:srgbClr val="000000"/>
              </a:solidFill>
            </a:endParaRPr>
          </a:p>
          <a:p>
            <a:pPr indent="-282734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lang="en-US" sz="1100">
                <a:solidFill>
                  <a:srgbClr val="000000"/>
                </a:solidFill>
              </a:rPr>
              <a:t>The scores are </a:t>
            </a:r>
            <a:r>
              <a:rPr b="1" lang="en-US" sz="1100">
                <a:solidFill>
                  <a:srgbClr val="000000"/>
                </a:solidFill>
              </a:rPr>
              <a:t>scaled, optionally masked, and passed through a softmax function</a:t>
            </a:r>
            <a:r>
              <a:rPr lang="en-US" sz="1100">
                <a:solidFill>
                  <a:srgbClr val="000000"/>
                </a:solidFill>
              </a:rPr>
              <a:t> to produce normalized attention weights</a:t>
            </a:r>
            <a:endParaRPr sz="1100">
              <a:solidFill>
                <a:srgbClr val="000000"/>
              </a:solidFill>
            </a:endParaRPr>
          </a:p>
          <a:p>
            <a:pPr indent="-282734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lang="en-US" sz="1100">
                <a:solidFill>
                  <a:srgbClr val="000000"/>
                </a:solidFill>
              </a:rPr>
              <a:t>These weights are used to compute a </a:t>
            </a:r>
            <a:r>
              <a:rPr b="1" lang="en-US" sz="1100">
                <a:solidFill>
                  <a:srgbClr val="000000"/>
                </a:solidFill>
              </a:rPr>
              <a:t>weighted combination of Value (V) vectors</a:t>
            </a:r>
            <a:r>
              <a:rPr lang="en-US" sz="1100">
                <a:solidFill>
                  <a:srgbClr val="000000"/>
                </a:solidFill>
              </a:rPr>
              <a:t>, forming the final attention output</a:t>
            </a:r>
            <a:endParaRPr sz="1100">
              <a:solidFill>
                <a:srgbClr val="000000"/>
              </a:solidFill>
            </a:endParaRPr>
          </a:p>
          <a:p>
            <a:pPr indent="-282734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lang="en-US" sz="1100">
                <a:solidFill>
                  <a:srgbClr val="000000"/>
                </a:solidFill>
              </a:rPr>
              <a:t>The </a:t>
            </a:r>
            <a:r>
              <a:rPr b="1" lang="en-US" sz="1100">
                <a:solidFill>
                  <a:srgbClr val="000000"/>
                </a:solidFill>
              </a:rPr>
              <a:t>Q × Kᵀ operation dominates computation</a:t>
            </a:r>
            <a:r>
              <a:rPr lang="en-US" sz="1100">
                <a:solidFill>
                  <a:srgbClr val="000000"/>
                </a:solidFill>
              </a:rPr>
              <a:t>, with complexity O(N²d), making it the primary performance bottleneck</a:t>
            </a:r>
            <a:endParaRPr sz="1100">
              <a:solidFill>
                <a:srgbClr val="000000"/>
              </a:solidFill>
            </a:endParaRPr>
          </a:p>
        </p:txBody>
      </p:sp>
      <p:pic>
        <p:nvPicPr>
          <p:cNvPr id="1070" name="Google Shape;107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0" y="1382356"/>
            <a:ext cx="6207163" cy="2678655"/>
          </a:xfrm>
          <a:prstGeom prst="rect">
            <a:avLst/>
          </a:prstGeom>
          <a:noFill/>
          <a:ln>
            <a:noFill/>
          </a:ln>
        </p:spPr>
      </p:pic>
      <p:sp>
        <p:nvSpPr>
          <p:cNvPr id="1071" name="Google Shape;1071;p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6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6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6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6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6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6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5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Google Shape;1076;p4"/>
          <p:cNvSpPr txBox="1"/>
          <p:nvPr>
            <p:ph type="title"/>
          </p:nvPr>
        </p:nvSpPr>
        <p:spPr>
          <a:xfrm>
            <a:off x="420625" y="320050"/>
            <a:ext cx="82716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/>
              <a:t>Motivation</a:t>
            </a:r>
            <a:endParaRPr/>
          </a:p>
        </p:txBody>
      </p:sp>
      <p:sp>
        <p:nvSpPr>
          <p:cNvPr id="1077" name="Google Shape;1077;p4"/>
          <p:cNvSpPr/>
          <p:nvPr/>
        </p:nvSpPr>
        <p:spPr>
          <a:xfrm>
            <a:off x="420626" y="1468738"/>
            <a:ext cx="1961221" cy="2506532"/>
          </a:xfrm>
          <a:prstGeom prst="roundRect">
            <a:avLst>
              <a:gd fmla="val 16667" name="adj"/>
            </a:avLst>
          </a:prstGeom>
          <a:solidFill>
            <a:srgbClr val="9923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139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Edge LLMs need efficient local inference.</a:t>
            </a:r>
            <a:endParaRPr/>
          </a:p>
        </p:txBody>
      </p:sp>
      <p:sp>
        <p:nvSpPr>
          <p:cNvPr id="1078" name="Google Shape;1078;p4"/>
          <p:cNvSpPr/>
          <p:nvPr/>
        </p:nvSpPr>
        <p:spPr>
          <a:xfrm>
            <a:off x="2556343" y="1470183"/>
            <a:ext cx="1961221" cy="2506532"/>
          </a:xfrm>
          <a:prstGeom prst="roundRect">
            <a:avLst>
              <a:gd fmla="val 16667" name="adj"/>
            </a:avLst>
          </a:prstGeom>
          <a:solidFill>
            <a:srgbClr val="9923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139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Attention cost grows quickly with sequence length.</a:t>
            </a:r>
            <a:endParaRPr/>
          </a:p>
        </p:txBody>
      </p:sp>
      <p:sp>
        <p:nvSpPr>
          <p:cNvPr id="1079" name="Google Shape;1079;p4"/>
          <p:cNvSpPr/>
          <p:nvPr/>
        </p:nvSpPr>
        <p:spPr>
          <a:xfrm>
            <a:off x="4692060" y="1462299"/>
            <a:ext cx="1961221" cy="2506532"/>
          </a:xfrm>
          <a:prstGeom prst="roundRect">
            <a:avLst>
              <a:gd fmla="val 16667" name="adj"/>
            </a:avLst>
          </a:prstGeom>
          <a:solidFill>
            <a:srgbClr val="9923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139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FPGAs can exploit custom dataflow, parallelism, quantization, and HBM.</a:t>
            </a:r>
            <a:endParaRPr/>
          </a:p>
        </p:txBody>
      </p:sp>
      <p:sp>
        <p:nvSpPr>
          <p:cNvPr id="1080" name="Google Shape;1080;p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81" name="Google Shape;1081;p4"/>
          <p:cNvSpPr/>
          <p:nvPr/>
        </p:nvSpPr>
        <p:spPr>
          <a:xfrm>
            <a:off x="6827777" y="1462299"/>
            <a:ext cx="1961221" cy="2506532"/>
          </a:xfrm>
          <a:prstGeom prst="roundRect">
            <a:avLst>
              <a:gd fmla="val 16667" name="adj"/>
            </a:avLst>
          </a:prstGeom>
          <a:solidFill>
            <a:srgbClr val="9923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We isolate one TinyLlama attention head to measure correctness, resource use, and performance on real U55C hardware.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5" name="Shape 1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Google Shape;1086;p5"/>
          <p:cNvSpPr txBox="1"/>
          <p:nvPr>
            <p:ph type="title"/>
          </p:nvPr>
        </p:nvSpPr>
        <p:spPr>
          <a:xfrm>
            <a:off x="420625" y="320050"/>
            <a:ext cx="8271600" cy="4431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/>
              <a:t>Methodology &amp; Implementation</a:t>
            </a:r>
            <a:endParaRPr/>
          </a:p>
        </p:txBody>
      </p:sp>
      <p:sp>
        <p:nvSpPr>
          <p:cNvPr id="1087" name="Google Shape;1087;p5"/>
          <p:cNvSpPr/>
          <p:nvPr/>
        </p:nvSpPr>
        <p:spPr>
          <a:xfrm>
            <a:off x="883202" y="1206165"/>
            <a:ext cx="2075149" cy="1472491"/>
          </a:xfrm>
          <a:prstGeom prst="roundRect">
            <a:avLst>
              <a:gd fmla="val 16667" name="adj"/>
            </a:avLst>
          </a:prstGeom>
          <a:solidFill>
            <a:srgbClr val="9923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14994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Fused Score + Mask/Scale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4994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4994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Computes QK^T, applies causal mask, and scales logits in one kernel.</a:t>
            </a:r>
            <a:endParaRPr b="0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8" name="Google Shape;1088;p5"/>
          <p:cNvSpPr/>
          <p:nvPr/>
        </p:nvSpPr>
        <p:spPr>
          <a:xfrm>
            <a:off x="3520110" y="1206165"/>
            <a:ext cx="2075149" cy="1472491"/>
          </a:xfrm>
          <a:prstGeom prst="roundRect">
            <a:avLst>
              <a:gd fmla="val 16667" name="adj"/>
            </a:avLst>
          </a:prstGeom>
          <a:solidFill>
            <a:srgbClr val="9923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15913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Full-Row Softmax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59136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Normalizes across all S keys, required for S &gt; 64.</a:t>
            </a:r>
            <a:endParaRPr/>
          </a:p>
        </p:txBody>
      </p:sp>
      <p:sp>
        <p:nvSpPr>
          <p:cNvPr id="1089" name="Google Shape;1089;p5"/>
          <p:cNvSpPr/>
          <p:nvPr/>
        </p:nvSpPr>
        <p:spPr>
          <a:xfrm>
            <a:off x="6157018" y="1206165"/>
            <a:ext cx="2075149" cy="1472491"/>
          </a:xfrm>
          <a:prstGeom prst="roundRect">
            <a:avLst>
              <a:gd fmla="val 16667" name="adj"/>
            </a:avLst>
          </a:prstGeom>
          <a:solidFill>
            <a:srgbClr val="9923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15913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softmax @ V</a:t>
            </a:r>
            <a:endParaRPr/>
          </a:p>
          <a:p>
            <a:pPr indent="0" lvl="0" marL="159136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Consumes attention weights and V tiles to produce one-head attn_out.</a:t>
            </a:r>
            <a:endParaRPr b="0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0" name="Google Shape;1090;p5"/>
          <p:cNvSpPr/>
          <p:nvPr/>
        </p:nvSpPr>
        <p:spPr>
          <a:xfrm>
            <a:off x="1949409" y="2865317"/>
            <a:ext cx="2075149" cy="1472491"/>
          </a:xfrm>
          <a:prstGeom prst="roundRect">
            <a:avLst>
              <a:gd fmla="val 16667" name="adj"/>
            </a:avLst>
          </a:prstGeom>
          <a:solidFill>
            <a:srgbClr val="9923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14994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4994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4994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Tiling</a:t>
            </a:r>
            <a:endParaRPr/>
          </a:p>
          <a:p>
            <a:pPr indent="0" lvl="0" marL="14994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4994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Q chunks: 8 rows. K/V chunks: 64 columns. Supports S up to 512.</a:t>
            </a:r>
            <a:endParaRPr/>
          </a:p>
          <a:p>
            <a:pPr indent="0" lvl="0" marL="14994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1" name="Google Shape;1091;p5"/>
          <p:cNvSpPr/>
          <p:nvPr/>
        </p:nvSpPr>
        <p:spPr>
          <a:xfrm>
            <a:off x="5119443" y="2865317"/>
            <a:ext cx="2075149" cy="1472491"/>
          </a:xfrm>
          <a:prstGeom prst="roundRect">
            <a:avLst>
              <a:gd fmla="val 16667" name="adj"/>
            </a:avLst>
          </a:prstGeom>
          <a:solidFill>
            <a:srgbClr val="9923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16004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Verification: </a:t>
            </a:r>
            <a:endParaRPr/>
          </a:p>
          <a:p>
            <a:pPr indent="0" lvl="0" marL="159136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Host compares logits, softmax weights, and attn_out against Python references.</a:t>
            </a:r>
            <a:endParaRPr/>
          </a:p>
        </p:txBody>
      </p:sp>
      <p:sp>
        <p:nvSpPr>
          <p:cNvPr id="1092" name="Google Shape;1092;p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6" name="Shape 1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Google Shape;1097;p6"/>
          <p:cNvSpPr txBox="1"/>
          <p:nvPr>
            <p:ph type="title"/>
          </p:nvPr>
        </p:nvSpPr>
        <p:spPr>
          <a:xfrm>
            <a:off x="420625" y="320050"/>
            <a:ext cx="82716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/>
              <a:t>Architecture</a:t>
            </a:r>
            <a:endParaRPr/>
          </a:p>
        </p:txBody>
      </p:sp>
      <p:sp>
        <p:nvSpPr>
          <p:cNvPr id="1098" name="Google Shape;1098;p6"/>
          <p:cNvSpPr txBox="1"/>
          <p:nvPr>
            <p:ph idx="12" type="sldNum"/>
          </p:nvPr>
        </p:nvSpPr>
        <p:spPr>
          <a:xfrm>
            <a:off x="8577074" y="480466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99" name="Google Shape;1099;p6"/>
          <p:cNvSpPr/>
          <p:nvPr/>
        </p:nvSpPr>
        <p:spPr>
          <a:xfrm>
            <a:off x="1603245" y="930364"/>
            <a:ext cx="1236590" cy="1264921"/>
          </a:xfrm>
          <a:prstGeom prst="roundRect">
            <a:avLst>
              <a:gd fmla="val 16667" name="adj"/>
            </a:avLst>
          </a:prstGeom>
          <a:solidFill>
            <a:srgbClr val="992323"/>
          </a:solidFill>
          <a:ln cap="flat" cmpd="sng" w="25400">
            <a:solidFill>
              <a:srgbClr val="6615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Input Source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05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Synthetic 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Or TinyLlama Q/K/V data</a:t>
            </a:r>
            <a:endParaRPr/>
          </a:p>
        </p:txBody>
      </p:sp>
      <p:sp>
        <p:nvSpPr>
          <p:cNvPr id="1100" name="Google Shape;1100;p6"/>
          <p:cNvSpPr/>
          <p:nvPr/>
        </p:nvSpPr>
        <p:spPr>
          <a:xfrm>
            <a:off x="3511239" y="930364"/>
            <a:ext cx="1630276" cy="1264920"/>
          </a:xfrm>
          <a:prstGeom prst="roundRect">
            <a:avLst>
              <a:gd fmla="val 16667" name="adj"/>
            </a:avLst>
          </a:prstGeom>
          <a:solidFill>
            <a:srgbClr val="992323"/>
          </a:solidFill>
          <a:ln cap="flat" cmpd="sng" w="25400">
            <a:solidFill>
              <a:srgbClr val="6615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Host + XRT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Create Tiles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Launch Kernels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Verify Tensors</a:t>
            </a:r>
            <a:endParaRPr/>
          </a:p>
        </p:txBody>
      </p:sp>
      <p:sp>
        <p:nvSpPr>
          <p:cNvPr id="1101" name="Google Shape;1101;p6"/>
          <p:cNvSpPr/>
          <p:nvPr/>
        </p:nvSpPr>
        <p:spPr>
          <a:xfrm>
            <a:off x="5812919" y="930364"/>
            <a:ext cx="1754981" cy="1264920"/>
          </a:xfrm>
          <a:prstGeom prst="roundRect">
            <a:avLst>
              <a:gd fmla="val 16667" name="adj"/>
            </a:avLst>
          </a:prstGeom>
          <a:solidFill>
            <a:srgbClr val="992323"/>
          </a:solidFill>
          <a:ln cap="flat" cmpd="sng" w="25400">
            <a:solidFill>
              <a:srgbClr val="6615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HBM Bank Mapping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Q, K, Logits, row staging, weights, V, partial output spread across HBM[0] to HBM[7]</a:t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02" name="Google Shape;1102;p6"/>
          <p:cNvCxnSpPr>
            <a:stCxn id="1099" idx="3"/>
            <a:endCxn id="1100" idx="1"/>
          </p:cNvCxnSpPr>
          <p:nvPr/>
        </p:nvCxnSpPr>
        <p:spPr>
          <a:xfrm>
            <a:off x="2839835" y="1562825"/>
            <a:ext cx="671400" cy="0"/>
          </a:xfrm>
          <a:prstGeom prst="straightConnector1">
            <a:avLst/>
          </a:prstGeom>
          <a:noFill/>
          <a:ln cap="flat" cmpd="sng" w="9525">
            <a:solidFill>
              <a:srgbClr val="FEC32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03" name="Google Shape;1103;p6"/>
          <p:cNvSpPr/>
          <p:nvPr/>
        </p:nvSpPr>
        <p:spPr>
          <a:xfrm>
            <a:off x="292577" y="2529114"/>
            <a:ext cx="8512948" cy="1627589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4" name="Google Shape;1104;p6"/>
          <p:cNvSpPr/>
          <p:nvPr/>
        </p:nvSpPr>
        <p:spPr>
          <a:xfrm>
            <a:off x="420624" y="2705825"/>
            <a:ext cx="1392935" cy="1264920"/>
          </a:xfrm>
          <a:prstGeom prst="roundRect">
            <a:avLst>
              <a:gd fmla="val 16667" name="adj"/>
            </a:avLst>
          </a:prstGeom>
          <a:solidFill>
            <a:srgbClr val="992323"/>
          </a:solidFill>
          <a:ln cap="flat" cmpd="sng" w="25400">
            <a:solidFill>
              <a:srgbClr val="6615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Kernel 1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score_mask_scale</a:t>
            </a:r>
            <a:endParaRPr b="1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05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QKᵀ tile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causal mask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scale to FP32 logits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5" name="Google Shape;1105;p6"/>
          <p:cNvSpPr/>
          <p:nvPr/>
        </p:nvSpPr>
        <p:spPr>
          <a:xfrm>
            <a:off x="2143368" y="2705824"/>
            <a:ext cx="1392934" cy="1264920"/>
          </a:xfrm>
          <a:prstGeom prst="roundRect">
            <a:avLst>
              <a:gd fmla="val 16667" name="adj"/>
            </a:avLst>
          </a:prstGeom>
          <a:solidFill>
            <a:srgbClr val="992323"/>
          </a:solidFill>
          <a:ln cap="flat" cmpd="sng" w="25400">
            <a:solidFill>
              <a:srgbClr val="6615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Host Row Assembly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Collect K chunks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into one 8 × 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logit block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6" name="Google Shape;1106;p6"/>
          <p:cNvSpPr/>
          <p:nvPr/>
        </p:nvSpPr>
        <p:spPr>
          <a:xfrm>
            <a:off x="3866111" y="2705824"/>
            <a:ext cx="1392934" cy="1264920"/>
          </a:xfrm>
          <a:prstGeom prst="roundRect">
            <a:avLst>
              <a:gd fmla="val 16667" name="adj"/>
            </a:avLst>
          </a:prstGeom>
          <a:solidFill>
            <a:srgbClr val="992323"/>
          </a:solidFill>
          <a:ln cap="flat" cmpd="sng" w="25400">
            <a:solidFill>
              <a:srgbClr val="6615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Kernel 2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softmax_full_row</a:t>
            </a:r>
            <a:endParaRPr b="1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Normalize across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all S keys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 ≤ 512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07" name="Google Shape;1107;p6"/>
          <p:cNvCxnSpPr>
            <a:stCxn id="1104" idx="3"/>
            <a:endCxn id="1105" idx="1"/>
          </p:cNvCxnSpPr>
          <p:nvPr/>
        </p:nvCxnSpPr>
        <p:spPr>
          <a:xfrm>
            <a:off x="1813559" y="3338285"/>
            <a:ext cx="329700" cy="0"/>
          </a:xfrm>
          <a:prstGeom prst="straightConnector1">
            <a:avLst/>
          </a:prstGeom>
          <a:noFill/>
          <a:ln cap="flat" cmpd="sng" w="9525">
            <a:solidFill>
              <a:srgbClr val="FEC32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08" name="Google Shape;1108;p6"/>
          <p:cNvCxnSpPr>
            <a:stCxn id="1105" idx="3"/>
            <a:endCxn id="1106" idx="1"/>
          </p:cNvCxnSpPr>
          <p:nvPr/>
        </p:nvCxnSpPr>
        <p:spPr>
          <a:xfrm>
            <a:off x="3536302" y="3338284"/>
            <a:ext cx="329700" cy="0"/>
          </a:xfrm>
          <a:prstGeom prst="straightConnector1">
            <a:avLst/>
          </a:prstGeom>
          <a:noFill/>
          <a:ln cap="flat" cmpd="sng" w="9525">
            <a:solidFill>
              <a:srgbClr val="FEC32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09" name="Google Shape;1109;p6"/>
          <p:cNvSpPr/>
          <p:nvPr/>
        </p:nvSpPr>
        <p:spPr>
          <a:xfrm>
            <a:off x="5588854" y="2705824"/>
            <a:ext cx="1392934" cy="1264920"/>
          </a:xfrm>
          <a:prstGeom prst="roundRect">
            <a:avLst>
              <a:gd fmla="val 16667" name="adj"/>
            </a:avLst>
          </a:prstGeom>
          <a:solidFill>
            <a:srgbClr val="992323"/>
          </a:solidFill>
          <a:ln cap="flat" cmpd="sng" w="25400">
            <a:solidFill>
              <a:srgbClr val="6615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Kernel 3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v_weighted_sum</a:t>
            </a:r>
            <a:endParaRPr b="1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Apply attention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weights to V tiles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accumulate output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10" name="Google Shape;1110;p6"/>
          <p:cNvCxnSpPr>
            <a:stCxn id="1106" idx="3"/>
            <a:endCxn id="1109" idx="1"/>
          </p:cNvCxnSpPr>
          <p:nvPr/>
        </p:nvCxnSpPr>
        <p:spPr>
          <a:xfrm>
            <a:off x="5259045" y="3338284"/>
            <a:ext cx="329700" cy="0"/>
          </a:xfrm>
          <a:prstGeom prst="straightConnector1">
            <a:avLst/>
          </a:prstGeom>
          <a:noFill/>
          <a:ln cap="flat" cmpd="sng" w="9525">
            <a:solidFill>
              <a:srgbClr val="FEC32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11" name="Google Shape;1111;p6"/>
          <p:cNvSpPr/>
          <p:nvPr/>
        </p:nvSpPr>
        <p:spPr>
          <a:xfrm>
            <a:off x="7299291" y="2705824"/>
            <a:ext cx="1392934" cy="1264920"/>
          </a:xfrm>
          <a:prstGeom prst="roundRect">
            <a:avLst>
              <a:gd fmla="val 16667" name="adj"/>
            </a:avLst>
          </a:prstGeom>
          <a:solidFill>
            <a:srgbClr val="992323"/>
          </a:solidFill>
          <a:ln cap="flat" cmpd="sng" w="25400">
            <a:solidFill>
              <a:srgbClr val="6615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attn_out</a:t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 × 64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one head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12" name="Google Shape;1112;p6"/>
          <p:cNvCxnSpPr>
            <a:endCxn id="1111" idx="1"/>
          </p:cNvCxnSpPr>
          <p:nvPr/>
        </p:nvCxnSpPr>
        <p:spPr>
          <a:xfrm>
            <a:off x="6969591" y="3338284"/>
            <a:ext cx="329700" cy="0"/>
          </a:xfrm>
          <a:prstGeom prst="straightConnector1">
            <a:avLst/>
          </a:prstGeom>
          <a:noFill/>
          <a:ln cap="flat" cmpd="sng" w="9525">
            <a:solidFill>
              <a:srgbClr val="FEC32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13" name="Google Shape;1113;p6"/>
          <p:cNvSpPr/>
          <p:nvPr/>
        </p:nvSpPr>
        <p:spPr>
          <a:xfrm>
            <a:off x="315526" y="4323617"/>
            <a:ext cx="6342672" cy="765311"/>
          </a:xfrm>
          <a:prstGeom prst="roundRect">
            <a:avLst>
              <a:gd fmla="val 8511" name="adj"/>
            </a:avLst>
          </a:prstGeom>
          <a:solidFill>
            <a:srgbClr val="FFFFFF"/>
          </a:solidFill>
          <a:ln cap="flat" cmpd="sng" w="9525">
            <a:solidFill>
              <a:srgbClr val="D7DA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4" name="Google Shape;1114;p6"/>
          <p:cNvSpPr/>
          <p:nvPr/>
        </p:nvSpPr>
        <p:spPr>
          <a:xfrm>
            <a:off x="540225" y="4373716"/>
            <a:ext cx="2117845" cy="1312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3" u="none" cap="none" strike="noStrike">
                <a:solidFill>
                  <a:srgbClr val="15171A"/>
                </a:solidFill>
                <a:latin typeface="Arial"/>
                <a:ea typeface="Arial"/>
                <a:cs typeface="Arial"/>
                <a:sym typeface="Arial"/>
              </a:rPr>
              <a:t>HBM layout</a:t>
            </a:r>
            <a:endParaRPr/>
          </a:p>
        </p:txBody>
      </p:sp>
      <p:sp>
        <p:nvSpPr>
          <p:cNvPr id="1115" name="Google Shape;1115;p6"/>
          <p:cNvSpPr/>
          <p:nvPr/>
        </p:nvSpPr>
        <p:spPr>
          <a:xfrm>
            <a:off x="540226" y="4621365"/>
            <a:ext cx="640784" cy="393599"/>
          </a:xfrm>
          <a:prstGeom prst="roundRect">
            <a:avLst>
              <a:gd fmla="val 14815" name="adj"/>
            </a:avLst>
          </a:prstGeom>
          <a:solidFill>
            <a:srgbClr val="FFFFFF"/>
          </a:solidFill>
          <a:ln cap="flat" cmpd="sng" w="10475">
            <a:solidFill>
              <a:srgbClr val="78A8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6" name="Google Shape;1116;p6"/>
          <p:cNvSpPr/>
          <p:nvPr/>
        </p:nvSpPr>
        <p:spPr>
          <a:xfrm>
            <a:off x="616426" y="4688041"/>
            <a:ext cx="553898" cy="116622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63" u="none" cap="none" strike="noStrike">
                <a:solidFill>
                  <a:srgbClr val="15171A"/>
                </a:solidFill>
                <a:latin typeface="Arial"/>
                <a:ea typeface="Arial"/>
                <a:cs typeface="Arial"/>
                <a:sym typeface="Arial"/>
              </a:rPr>
              <a:t>HBM[0]</a:t>
            </a:r>
            <a:endParaRPr/>
          </a:p>
        </p:txBody>
      </p:sp>
      <p:sp>
        <p:nvSpPr>
          <p:cNvPr id="1117" name="Google Shape;1117;p6"/>
          <p:cNvSpPr/>
          <p:nvPr/>
        </p:nvSpPr>
        <p:spPr>
          <a:xfrm>
            <a:off x="616426" y="4859490"/>
            <a:ext cx="553898" cy="145777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88" u="none" cap="none" strike="noStrike">
                <a:solidFill>
                  <a:srgbClr val="5F666D"/>
                </a:solidFill>
                <a:latin typeface="Arial"/>
                <a:ea typeface="Arial"/>
                <a:cs typeface="Arial"/>
                <a:sym typeface="Arial"/>
              </a:rPr>
              <a:t>Q tile</a:t>
            </a:r>
            <a:endParaRPr/>
          </a:p>
        </p:txBody>
      </p:sp>
      <p:sp>
        <p:nvSpPr>
          <p:cNvPr id="1118" name="Google Shape;1118;p6"/>
          <p:cNvSpPr/>
          <p:nvPr/>
        </p:nvSpPr>
        <p:spPr>
          <a:xfrm>
            <a:off x="1241266" y="4621365"/>
            <a:ext cx="640784" cy="393599"/>
          </a:xfrm>
          <a:prstGeom prst="roundRect">
            <a:avLst>
              <a:gd fmla="val 14815" name="adj"/>
            </a:avLst>
          </a:prstGeom>
          <a:solidFill>
            <a:srgbClr val="FFFFFF"/>
          </a:solidFill>
          <a:ln cap="flat" cmpd="sng" w="10475">
            <a:solidFill>
              <a:srgbClr val="78A8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9" name="Google Shape;1119;p6"/>
          <p:cNvSpPr/>
          <p:nvPr/>
        </p:nvSpPr>
        <p:spPr>
          <a:xfrm>
            <a:off x="1317466" y="4688041"/>
            <a:ext cx="553898" cy="116622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63" u="none" cap="none" strike="noStrike">
                <a:solidFill>
                  <a:srgbClr val="15171A"/>
                </a:solidFill>
                <a:latin typeface="Arial"/>
                <a:ea typeface="Arial"/>
                <a:cs typeface="Arial"/>
                <a:sym typeface="Arial"/>
              </a:rPr>
              <a:t>HBM[1]</a:t>
            </a:r>
            <a:endParaRPr/>
          </a:p>
        </p:txBody>
      </p:sp>
      <p:sp>
        <p:nvSpPr>
          <p:cNvPr id="1120" name="Google Shape;1120;p6"/>
          <p:cNvSpPr/>
          <p:nvPr/>
        </p:nvSpPr>
        <p:spPr>
          <a:xfrm>
            <a:off x="1317466" y="4859490"/>
            <a:ext cx="553898" cy="145777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88" u="none" cap="none" strike="noStrike">
                <a:solidFill>
                  <a:srgbClr val="5F666D"/>
                </a:solidFill>
                <a:latin typeface="Arial"/>
                <a:ea typeface="Arial"/>
                <a:cs typeface="Arial"/>
                <a:sym typeface="Arial"/>
              </a:rPr>
              <a:t>K tile</a:t>
            </a:r>
            <a:endParaRPr/>
          </a:p>
        </p:txBody>
      </p:sp>
      <p:sp>
        <p:nvSpPr>
          <p:cNvPr id="1121" name="Google Shape;1121;p6"/>
          <p:cNvSpPr/>
          <p:nvPr/>
        </p:nvSpPr>
        <p:spPr>
          <a:xfrm>
            <a:off x="1958250" y="4626650"/>
            <a:ext cx="640784" cy="393599"/>
          </a:xfrm>
          <a:prstGeom prst="roundRect">
            <a:avLst>
              <a:gd fmla="val 14815" name="adj"/>
            </a:avLst>
          </a:prstGeom>
          <a:solidFill>
            <a:srgbClr val="F8F2E8"/>
          </a:solidFill>
          <a:ln cap="flat" cmpd="sng" w="10475">
            <a:solidFill>
              <a:srgbClr val="D5A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2" name="Google Shape;1122;p6"/>
          <p:cNvSpPr/>
          <p:nvPr/>
        </p:nvSpPr>
        <p:spPr>
          <a:xfrm>
            <a:off x="2034450" y="4693326"/>
            <a:ext cx="553898" cy="116622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63" u="none" cap="none" strike="noStrike">
                <a:solidFill>
                  <a:srgbClr val="731515"/>
                </a:solidFill>
                <a:latin typeface="Arial"/>
                <a:ea typeface="Arial"/>
                <a:cs typeface="Arial"/>
                <a:sym typeface="Arial"/>
              </a:rPr>
              <a:t>HBM[2]</a:t>
            </a:r>
            <a:endParaRPr/>
          </a:p>
        </p:txBody>
      </p:sp>
      <p:sp>
        <p:nvSpPr>
          <p:cNvPr id="1123" name="Google Shape;1123;p6"/>
          <p:cNvSpPr/>
          <p:nvPr/>
        </p:nvSpPr>
        <p:spPr>
          <a:xfrm>
            <a:off x="2034450" y="4864775"/>
            <a:ext cx="553898" cy="145777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88" u="none" cap="none" strike="noStrike">
                <a:solidFill>
                  <a:srgbClr val="5F666D"/>
                </a:solidFill>
                <a:latin typeface="Arial"/>
                <a:ea typeface="Arial"/>
                <a:cs typeface="Arial"/>
                <a:sym typeface="Arial"/>
              </a:rPr>
              <a:t>unused</a:t>
            </a:r>
            <a:endParaRPr/>
          </a:p>
        </p:txBody>
      </p:sp>
      <p:sp>
        <p:nvSpPr>
          <p:cNvPr id="1124" name="Google Shape;1124;p6"/>
          <p:cNvSpPr/>
          <p:nvPr/>
        </p:nvSpPr>
        <p:spPr>
          <a:xfrm>
            <a:off x="2675234" y="4621365"/>
            <a:ext cx="640784" cy="393599"/>
          </a:xfrm>
          <a:prstGeom prst="roundRect">
            <a:avLst>
              <a:gd fmla="val 14815" name="adj"/>
            </a:avLst>
          </a:prstGeom>
          <a:solidFill>
            <a:srgbClr val="FFFFFF"/>
          </a:solidFill>
          <a:ln cap="flat" cmpd="sng" w="10475">
            <a:solidFill>
              <a:srgbClr val="78A8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5" name="Google Shape;1125;p6"/>
          <p:cNvSpPr/>
          <p:nvPr/>
        </p:nvSpPr>
        <p:spPr>
          <a:xfrm>
            <a:off x="2751434" y="4688041"/>
            <a:ext cx="553898" cy="116622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63" u="none" cap="none" strike="noStrike">
                <a:solidFill>
                  <a:srgbClr val="15171A"/>
                </a:solidFill>
                <a:latin typeface="Arial"/>
                <a:ea typeface="Arial"/>
                <a:cs typeface="Arial"/>
                <a:sym typeface="Arial"/>
              </a:rPr>
              <a:t>HBM[3]</a:t>
            </a:r>
            <a:endParaRPr/>
          </a:p>
        </p:txBody>
      </p:sp>
      <p:sp>
        <p:nvSpPr>
          <p:cNvPr id="1126" name="Google Shape;1126;p6"/>
          <p:cNvSpPr/>
          <p:nvPr/>
        </p:nvSpPr>
        <p:spPr>
          <a:xfrm>
            <a:off x="2751434" y="4859490"/>
            <a:ext cx="553898" cy="145777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88" u="none" cap="none" strike="noStrike">
                <a:solidFill>
                  <a:srgbClr val="5F666D"/>
                </a:solidFill>
                <a:latin typeface="Arial"/>
                <a:ea typeface="Arial"/>
                <a:cs typeface="Arial"/>
                <a:sym typeface="Arial"/>
              </a:rPr>
              <a:t>logits</a:t>
            </a:r>
            <a:endParaRPr/>
          </a:p>
        </p:txBody>
      </p:sp>
      <p:sp>
        <p:nvSpPr>
          <p:cNvPr id="1127" name="Google Shape;1127;p6"/>
          <p:cNvSpPr/>
          <p:nvPr/>
        </p:nvSpPr>
        <p:spPr>
          <a:xfrm>
            <a:off x="3392218" y="4621365"/>
            <a:ext cx="640784" cy="393599"/>
          </a:xfrm>
          <a:prstGeom prst="roundRect">
            <a:avLst>
              <a:gd fmla="val 14815" name="adj"/>
            </a:avLst>
          </a:prstGeom>
          <a:solidFill>
            <a:srgbClr val="FFFFFF"/>
          </a:solidFill>
          <a:ln cap="flat" cmpd="sng" w="10475">
            <a:solidFill>
              <a:srgbClr val="78A8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8" name="Google Shape;1128;p6"/>
          <p:cNvSpPr/>
          <p:nvPr/>
        </p:nvSpPr>
        <p:spPr>
          <a:xfrm>
            <a:off x="3468418" y="4688041"/>
            <a:ext cx="553898" cy="116622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63" u="none" cap="none" strike="noStrike">
                <a:solidFill>
                  <a:srgbClr val="15171A"/>
                </a:solidFill>
                <a:latin typeface="Arial"/>
                <a:ea typeface="Arial"/>
                <a:cs typeface="Arial"/>
                <a:sym typeface="Arial"/>
              </a:rPr>
              <a:t>HBM[4]</a:t>
            </a:r>
            <a:endParaRPr/>
          </a:p>
        </p:txBody>
      </p:sp>
      <p:sp>
        <p:nvSpPr>
          <p:cNvPr id="1129" name="Google Shape;1129;p6"/>
          <p:cNvSpPr/>
          <p:nvPr/>
        </p:nvSpPr>
        <p:spPr>
          <a:xfrm>
            <a:off x="3468418" y="4859490"/>
            <a:ext cx="553898" cy="145777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88" u="none" cap="none" strike="noStrike">
                <a:solidFill>
                  <a:srgbClr val="5F666D"/>
                </a:solidFill>
                <a:latin typeface="Arial"/>
                <a:ea typeface="Arial"/>
                <a:cs typeface="Arial"/>
                <a:sym typeface="Arial"/>
              </a:rPr>
              <a:t>row staging</a:t>
            </a:r>
            <a:endParaRPr/>
          </a:p>
        </p:txBody>
      </p:sp>
      <p:sp>
        <p:nvSpPr>
          <p:cNvPr id="1130" name="Google Shape;1130;p6"/>
          <p:cNvSpPr/>
          <p:nvPr/>
        </p:nvSpPr>
        <p:spPr>
          <a:xfrm>
            <a:off x="4109202" y="4626650"/>
            <a:ext cx="640784" cy="393599"/>
          </a:xfrm>
          <a:prstGeom prst="roundRect">
            <a:avLst>
              <a:gd fmla="val 14815" name="adj"/>
            </a:avLst>
          </a:prstGeom>
          <a:solidFill>
            <a:srgbClr val="FFFFFF"/>
          </a:solidFill>
          <a:ln cap="flat" cmpd="sng" w="10475">
            <a:solidFill>
              <a:srgbClr val="78A8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1" name="Google Shape;1131;p6"/>
          <p:cNvSpPr/>
          <p:nvPr/>
        </p:nvSpPr>
        <p:spPr>
          <a:xfrm>
            <a:off x="4185402" y="4693326"/>
            <a:ext cx="553898" cy="116622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63" u="none" cap="none" strike="noStrike">
                <a:solidFill>
                  <a:srgbClr val="15171A"/>
                </a:solidFill>
                <a:latin typeface="Arial"/>
                <a:ea typeface="Arial"/>
                <a:cs typeface="Arial"/>
                <a:sym typeface="Arial"/>
              </a:rPr>
              <a:t>HBM[5]</a:t>
            </a:r>
            <a:endParaRPr/>
          </a:p>
        </p:txBody>
      </p:sp>
      <p:sp>
        <p:nvSpPr>
          <p:cNvPr id="1132" name="Google Shape;1132;p6"/>
          <p:cNvSpPr/>
          <p:nvPr/>
        </p:nvSpPr>
        <p:spPr>
          <a:xfrm>
            <a:off x="4185402" y="4864775"/>
            <a:ext cx="553898" cy="145777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88" u="none" cap="none" strike="noStrike">
                <a:solidFill>
                  <a:srgbClr val="5F666D"/>
                </a:solidFill>
                <a:latin typeface="Arial"/>
                <a:ea typeface="Arial"/>
                <a:cs typeface="Arial"/>
                <a:sym typeface="Arial"/>
              </a:rPr>
              <a:t>weights</a:t>
            </a:r>
            <a:endParaRPr/>
          </a:p>
        </p:txBody>
      </p:sp>
      <p:sp>
        <p:nvSpPr>
          <p:cNvPr id="1133" name="Google Shape;1133;p6"/>
          <p:cNvSpPr/>
          <p:nvPr/>
        </p:nvSpPr>
        <p:spPr>
          <a:xfrm>
            <a:off x="4826186" y="4621365"/>
            <a:ext cx="640784" cy="393599"/>
          </a:xfrm>
          <a:prstGeom prst="roundRect">
            <a:avLst>
              <a:gd fmla="val 14815" name="adj"/>
            </a:avLst>
          </a:prstGeom>
          <a:solidFill>
            <a:srgbClr val="FFFFFF"/>
          </a:solidFill>
          <a:ln cap="flat" cmpd="sng" w="10475">
            <a:solidFill>
              <a:srgbClr val="78A8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4" name="Google Shape;1134;p6"/>
          <p:cNvSpPr/>
          <p:nvPr/>
        </p:nvSpPr>
        <p:spPr>
          <a:xfrm>
            <a:off x="4902386" y="4688041"/>
            <a:ext cx="553898" cy="116622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63" u="none" cap="none" strike="noStrike">
                <a:solidFill>
                  <a:srgbClr val="15171A"/>
                </a:solidFill>
                <a:latin typeface="Arial"/>
                <a:ea typeface="Arial"/>
                <a:cs typeface="Arial"/>
                <a:sym typeface="Arial"/>
              </a:rPr>
              <a:t>HBM[6]</a:t>
            </a:r>
            <a:endParaRPr/>
          </a:p>
        </p:txBody>
      </p:sp>
      <p:sp>
        <p:nvSpPr>
          <p:cNvPr id="1135" name="Google Shape;1135;p6"/>
          <p:cNvSpPr/>
          <p:nvPr/>
        </p:nvSpPr>
        <p:spPr>
          <a:xfrm>
            <a:off x="4902386" y="4859490"/>
            <a:ext cx="553898" cy="145777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88" u="none" cap="none" strike="noStrike">
                <a:solidFill>
                  <a:srgbClr val="5F666D"/>
                </a:solidFill>
                <a:latin typeface="Arial"/>
                <a:ea typeface="Arial"/>
                <a:cs typeface="Arial"/>
                <a:sym typeface="Arial"/>
              </a:rPr>
              <a:t>V tile</a:t>
            </a:r>
            <a:endParaRPr/>
          </a:p>
        </p:txBody>
      </p:sp>
      <p:sp>
        <p:nvSpPr>
          <p:cNvPr id="1136" name="Google Shape;1136;p6"/>
          <p:cNvSpPr/>
          <p:nvPr/>
        </p:nvSpPr>
        <p:spPr>
          <a:xfrm>
            <a:off x="5543170" y="4626650"/>
            <a:ext cx="640784" cy="393599"/>
          </a:xfrm>
          <a:prstGeom prst="roundRect">
            <a:avLst>
              <a:gd fmla="val 14815" name="adj"/>
            </a:avLst>
          </a:prstGeom>
          <a:solidFill>
            <a:srgbClr val="FFFFFF"/>
          </a:solidFill>
          <a:ln cap="flat" cmpd="sng" w="10475">
            <a:solidFill>
              <a:srgbClr val="78A8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7" name="Google Shape;1137;p6"/>
          <p:cNvSpPr/>
          <p:nvPr/>
        </p:nvSpPr>
        <p:spPr>
          <a:xfrm>
            <a:off x="5619370" y="4693326"/>
            <a:ext cx="553898" cy="116622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63" u="none" cap="none" strike="noStrike">
                <a:solidFill>
                  <a:srgbClr val="15171A"/>
                </a:solidFill>
                <a:latin typeface="Arial"/>
                <a:ea typeface="Arial"/>
                <a:cs typeface="Arial"/>
                <a:sym typeface="Arial"/>
              </a:rPr>
              <a:t>HBM[7]</a:t>
            </a:r>
            <a:endParaRPr/>
          </a:p>
        </p:txBody>
      </p:sp>
      <p:sp>
        <p:nvSpPr>
          <p:cNvPr id="1138" name="Google Shape;1138;p6"/>
          <p:cNvSpPr/>
          <p:nvPr/>
        </p:nvSpPr>
        <p:spPr>
          <a:xfrm>
            <a:off x="5619370" y="4864775"/>
            <a:ext cx="553898" cy="145777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88" u="none" cap="none" strike="noStrike">
                <a:solidFill>
                  <a:srgbClr val="5F666D"/>
                </a:solidFill>
                <a:latin typeface="Arial"/>
                <a:ea typeface="Arial"/>
                <a:cs typeface="Arial"/>
                <a:sym typeface="Arial"/>
              </a:rPr>
              <a:t>partial out</a:t>
            </a:r>
            <a:endParaRPr/>
          </a:p>
        </p:txBody>
      </p:sp>
      <p:sp>
        <p:nvSpPr>
          <p:cNvPr id="1139" name="Google Shape;1139;p6"/>
          <p:cNvSpPr/>
          <p:nvPr/>
        </p:nvSpPr>
        <p:spPr>
          <a:xfrm>
            <a:off x="6599274" y="2195284"/>
            <a:ext cx="171316" cy="343626"/>
          </a:xfrm>
          <a:prstGeom prst="up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6B53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0" name="Google Shape;1140;p6"/>
          <p:cNvSpPr/>
          <p:nvPr/>
        </p:nvSpPr>
        <p:spPr>
          <a:xfrm rot="5400000">
            <a:off x="5391559" y="1236643"/>
            <a:ext cx="171316" cy="671404"/>
          </a:xfrm>
          <a:prstGeom prst="up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6B53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4" name="Shape 1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5" name="Google Shape;1145;p8"/>
          <p:cNvSpPr txBox="1"/>
          <p:nvPr>
            <p:ph type="title"/>
          </p:nvPr>
        </p:nvSpPr>
        <p:spPr>
          <a:xfrm>
            <a:off x="420625" y="320050"/>
            <a:ext cx="82716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/>
              <a:t>Current status</a:t>
            </a:r>
            <a:endParaRPr/>
          </a:p>
        </p:txBody>
      </p:sp>
      <p:graphicFrame>
        <p:nvGraphicFramePr>
          <p:cNvPr id="1146" name="Google Shape;1146;p8"/>
          <p:cNvGraphicFramePr/>
          <p:nvPr/>
        </p:nvGraphicFramePr>
        <p:xfrm>
          <a:off x="931097" y="120931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{8DE9F480-7A35-40DA-BCEE-97C12952473A}</a:tableStyleId>
              </a:tblPr>
              <a:tblGrid>
                <a:gridCol w="2416875"/>
                <a:gridCol w="2416875"/>
                <a:gridCol w="2416875"/>
              </a:tblGrid>
              <a:tr h="86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solidFill>
                            <a:schemeClr val="lt1"/>
                          </a:solidFill>
                        </a:rPr>
                        <a:t>Track</a:t>
                      </a:r>
                      <a:endParaRPr b="1" sz="105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12975" marB="12975" marR="25950" marL="25950" anchor="ctr">
                    <a:solidFill>
                      <a:srgbClr val="99232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solidFill>
                            <a:schemeClr val="lt1"/>
                          </a:solidFill>
                        </a:rPr>
                        <a:t>Status</a:t>
                      </a:r>
                      <a:endParaRPr b="1" sz="105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12975" marB="12975" marR="25950" marL="25950" anchor="ctr">
                    <a:solidFill>
                      <a:srgbClr val="99232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solidFill>
                            <a:schemeClr val="lt1"/>
                          </a:solidFill>
                        </a:rPr>
                        <a:t>Notes</a:t>
                      </a:r>
                      <a:endParaRPr b="1" sz="105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12975" marB="12975" marR="25950" marL="25950" anchor="ctr">
                    <a:solidFill>
                      <a:srgbClr val="992323"/>
                    </a:solidFill>
                  </a:tcPr>
                </a:tc>
              </a:tr>
              <a:tr h="691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/>
                        <a:t>Track A: speedup + tiling</a:t>
                      </a:r>
                      <a:endParaRPr/>
                    </a:p>
                  </a:txBody>
                  <a:tcPr marT="12975" marB="12975" marR="25950" marL="259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/>
                        <a:t>Steps 1–5 hardware-verified</a:t>
                      </a:r>
                      <a:endParaRPr/>
                    </a:p>
                  </a:txBody>
                  <a:tcPr marT="12975" marB="12975" marR="25950" marL="259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/>
                        <a:t>Includes packed I/O, merged mask+scale, tiling, full-row softmax, pass-1 double buffering, and fused score+mask/scale.</a:t>
                      </a:r>
                      <a:endParaRPr/>
                    </a:p>
                  </a:txBody>
                  <a:tcPr marT="12975" marB="12975" marR="25950" marL="25950" anchor="ctr"/>
                </a:tc>
              </a:tr>
              <a:tr h="510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/>
                        <a:t>Track B: softmax @ V</a:t>
                      </a:r>
                      <a:endParaRPr/>
                    </a:p>
                  </a:txBody>
                  <a:tcPr marT="12975" marB="12975" marR="25950" marL="259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/>
                        <a:t>Complete</a:t>
                      </a:r>
                      <a:endParaRPr/>
                    </a:p>
                  </a:txBody>
                  <a:tcPr marT="12975" marB="12975" marR="25950" marL="259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/>
                        <a:t>V weighted-sum kernel integrated; synthetic S=8..512 and vector modes verify final attn_out.</a:t>
                      </a:r>
                      <a:endParaRPr/>
                    </a:p>
                  </a:txBody>
                  <a:tcPr marT="12975" marB="12975" marR="25950" marL="25950" anchor="ctr"/>
                </a:tc>
              </a:tr>
              <a:tr h="631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/>
                        <a:t>Track C: real TinyLlama inputs</a:t>
                      </a:r>
                      <a:endParaRPr/>
                    </a:p>
                  </a:txBody>
                  <a:tcPr marT="12975" marB="12975" marR="25950" marL="259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/>
                        <a:t>Complete for current scope</a:t>
                      </a:r>
                      <a:endParaRPr/>
                    </a:p>
                  </a:txBody>
                  <a:tcPr marT="12975" marB="12975" marR="25950" marL="259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/>
                        <a:t>TinyLlama Q/K/V extraction, INT8 Q/K quantization, real-vector export, and U55C runs for single-tile, S=16, S=64.</a:t>
                      </a:r>
                      <a:endParaRPr/>
                    </a:p>
                  </a:txBody>
                  <a:tcPr marT="12975" marB="12975" marR="25950" marL="25950" anchor="ctr"/>
                </a:tc>
              </a:tr>
              <a:tr h="752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/>
                        <a:t>Track D: baselines/results</a:t>
                      </a:r>
                      <a:endParaRPr/>
                    </a:p>
                  </a:txBody>
                  <a:tcPr marT="12975" marB="12975" marR="25950" marL="259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/>
                        <a:t>Staged design complete; fused retiming partially captured</a:t>
                      </a:r>
                      <a:endParaRPr/>
                    </a:p>
                  </a:txBody>
                  <a:tcPr marT="12975" marB="12975" marR="25950" marL="259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/>
                        <a:t>Fused hardware timings are available from AGENTS/U55C run logs; Track D tables should be refreshed for fused-vs-staged comparison.</a:t>
                      </a:r>
                      <a:endParaRPr/>
                    </a:p>
                  </a:txBody>
                  <a:tcPr marT="12975" marB="12975" marR="25950" marL="25950" anchor="ctr"/>
                </a:tc>
              </a:tr>
              <a:tr h="510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/>
                        <a:t>Future integration</a:t>
                      </a:r>
                      <a:endParaRPr/>
                    </a:p>
                  </a:txBody>
                  <a:tcPr marT="12975" marB="12975" marR="25950" marL="259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/>
                        <a:t>Not implemented</a:t>
                      </a:r>
                      <a:endParaRPr/>
                    </a:p>
                  </a:txBody>
                  <a:tcPr marT="12975" marB="12975" marR="25950" marL="259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/>
                        <a:t>Full TinyLlama subgraph, KV-cache-aware decode, and decoder-layer integration remain future work.</a:t>
                      </a:r>
                      <a:endParaRPr/>
                    </a:p>
                  </a:txBody>
                  <a:tcPr marT="12975" marB="12975" marR="25950" marL="25950" anchor="ctr"/>
                </a:tc>
              </a:tr>
            </a:tbl>
          </a:graphicData>
        </a:graphic>
      </p:graphicFrame>
      <p:sp>
        <p:nvSpPr>
          <p:cNvPr id="1147" name="Google Shape;1147;p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1" name="Shape 1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2" name="Google Shape;1152;p9"/>
          <p:cNvSpPr txBox="1"/>
          <p:nvPr>
            <p:ph type="title"/>
          </p:nvPr>
        </p:nvSpPr>
        <p:spPr>
          <a:xfrm>
            <a:off x="420625" y="320050"/>
            <a:ext cx="82716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/>
              <a:t>Results</a:t>
            </a:r>
            <a:endParaRPr/>
          </a:p>
        </p:txBody>
      </p:sp>
      <p:pic>
        <p:nvPicPr>
          <p:cNvPr id="1153" name="Google Shape;115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8525" y="1038900"/>
            <a:ext cx="7506949" cy="3604225"/>
          </a:xfrm>
          <a:prstGeom prst="rect">
            <a:avLst/>
          </a:prstGeom>
          <a:noFill/>
          <a:ln>
            <a:noFill/>
          </a:ln>
        </p:spPr>
      </p:pic>
      <p:sp>
        <p:nvSpPr>
          <p:cNvPr id="1154" name="Google Shape;1154;p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8" name="Shape 1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9" name="Google Shape;1159;p10"/>
          <p:cNvSpPr txBox="1"/>
          <p:nvPr>
            <p:ph type="title"/>
          </p:nvPr>
        </p:nvSpPr>
        <p:spPr>
          <a:xfrm>
            <a:off x="420625" y="320050"/>
            <a:ext cx="82716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/>
              <a:t>CPU/GPU/FPGA Comparison</a:t>
            </a:r>
            <a:endParaRPr/>
          </a:p>
        </p:txBody>
      </p:sp>
      <p:sp>
        <p:nvSpPr>
          <p:cNvPr id="1160" name="Google Shape;1160;p10"/>
          <p:cNvSpPr txBox="1"/>
          <p:nvPr>
            <p:ph idx="1" type="body"/>
          </p:nvPr>
        </p:nvSpPr>
        <p:spPr>
          <a:xfrm>
            <a:off x="420625" y="3550306"/>
            <a:ext cx="8271600" cy="9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200"/>
              <a:t>The FPGA path is correct, but still slower than CPU/GPU because the design uses many tile-level launches and host-visible HBM transfers.</a:t>
            </a:r>
            <a:endParaRPr sz="1200"/>
          </a:p>
        </p:txBody>
      </p:sp>
      <p:graphicFrame>
        <p:nvGraphicFramePr>
          <p:cNvPr id="1161" name="Google Shape;1161;p10"/>
          <p:cNvGraphicFramePr/>
          <p:nvPr/>
        </p:nvGraphicFramePr>
        <p:xfrm>
          <a:off x="420688" y="124412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{8DE9F480-7A35-40DA-BCEE-97C12952473A}</a:tableStyleId>
              </a:tblPr>
              <a:tblGrid>
                <a:gridCol w="1628475"/>
                <a:gridCol w="1628475"/>
                <a:gridCol w="1628475"/>
                <a:gridCol w="1628475"/>
                <a:gridCol w="1628475"/>
              </a:tblGrid>
              <a:tr h="315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lt1"/>
                          </a:solidFill>
                        </a:rPr>
                        <a:t>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99232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lt1"/>
                          </a:solidFill>
                        </a:rPr>
                        <a:t>CPU full attn (ms)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99232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lt1"/>
                          </a:solidFill>
                        </a:rPr>
                        <a:t>GPU full attn (ms)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99232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lt1"/>
                          </a:solidFill>
                        </a:rPr>
                        <a:t>Staged FPGA total (ms)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99232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lt1"/>
                          </a:solidFill>
                        </a:rPr>
                        <a:t>Fused FPGA total (ms)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992323"/>
                    </a:solidFill>
                  </a:tcPr>
                </a:tc>
              </a:tr>
              <a:tr h="270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/>
                        <a:t>8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/>
                        <a:t>0.0322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/>
                        <a:t>0.3349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/>
                        <a:t>0.803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/>
                        <a:t>0.296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270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/>
                        <a:t>64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/>
                        <a:t>0.2920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/>
                        <a:t>0.2507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/>
                        <a:t>2.864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/>
                        <a:t>2.364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270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/>
                        <a:t>128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/>
                        <a:t>2.5009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/>
                        <a:t>0.2998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/>
                        <a:t>6.992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/>
                        <a:t>5.484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270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/>
                        <a:t>256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/>
                        <a:t>3.9523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/>
                        <a:t>0.2726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/>
                        <a:t>20.570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/>
                        <a:t>17.307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270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/>
                        <a:t>512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/>
                        <a:t>12.3290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/>
                        <a:t>0.2461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/>
                        <a:t>72.941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/>
                        <a:t>60.328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sp>
        <p:nvSpPr>
          <p:cNvPr id="1162" name="Google Shape;1162;p1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6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6" name="Shape 1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" name="Google Shape;1167;p11"/>
          <p:cNvSpPr txBox="1"/>
          <p:nvPr>
            <p:ph type="title"/>
          </p:nvPr>
        </p:nvSpPr>
        <p:spPr>
          <a:xfrm>
            <a:off x="420625" y="309292"/>
            <a:ext cx="82716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/>
              <a:t>Utilization Report</a:t>
            </a:r>
            <a:endParaRPr/>
          </a:p>
        </p:txBody>
      </p:sp>
      <p:sp>
        <p:nvSpPr>
          <p:cNvPr id="1168" name="Google Shape;1168;p11"/>
          <p:cNvSpPr txBox="1"/>
          <p:nvPr>
            <p:ph idx="1" type="body"/>
          </p:nvPr>
        </p:nvSpPr>
        <p:spPr>
          <a:xfrm>
            <a:off x="420625" y="1058831"/>
            <a:ext cx="7984091" cy="9284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2500" lnSpcReduction="20000"/>
          </a:bodyPr>
          <a:lstStyle/>
          <a:p>
            <a:pPr indent="-171450" lvl="0" marL="4000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64736"/>
              <a:buChar char="●"/>
            </a:pPr>
            <a:r>
              <a:rPr lang="en-US" sz="1050">
                <a:solidFill>
                  <a:srgbClr val="000000"/>
                </a:solidFill>
              </a:rPr>
              <a:t>Full routed design: 14.70% LUTs, 9.72% FF, 15.35% BRAM, 0.21% URAM, 4.53% DSP.</a:t>
            </a:r>
            <a:endParaRPr/>
          </a:p>
          <a:p>
            <a:pPr indent="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64736"/>
              <a:buNone/>
            </a:pPr>
            <a:r>
              <a:t/>
            </a:r>
            <a:endParaRPr sz="1050">
              <a:solidFill>
                <a:srgbClr val="000000"/>
              </a:solidFill>
            </a:endParaRPr>
          </a:p>
          <a:p>
            <a:pPr indent="-69850" lvl="0" marL="4000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64736"/>
              <a:buNone/>
            </a:pPr>
            <a:r>
              <a:t/>
            </a:r>
            <a:endParaRPr sz="1050">
              <a:solidFill>
                <a:srgbClr val="000000"/>
              </a:solidFill>
            </a:endParaRPr>
          </a:p>
          <a:p>
            <a:pPr indent="-69850" lvl="0" marL="4000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64736"/>
              <a:buNone/>
            </a:pPr>
            <a:r>
              <a:t/>
            </a:r>
            <a:endParaRPr sz="1050">
              <a:solidFill>
                <a:srgbClr val="000000"/>
              </a:solidFill>
            </a:endParaRPr>
          </a:p>
          <a:p>
            <a:pPr indent="-171450" lvl="0" marL="4000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64736"/>
              <a:buChar char="●"/>
            </a:pPr>
            <a:r>
              <a:rPr lang="en-US" sz="1050">
                <a:solidFill>
                  <a:srgbClr val="000000"/>
                </a:solidFill>
              </a:rPr>
              <a:t>The V weighted-sum dominates DSP usage: 320 DSP.</a:t>
            </a:r>
            <a:endParaRPr/>
          </a:p>
          <a:p>
            <a:pPr indent="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64736"/>
              <a:buNone/>
            </a:pPr>
            <a:r>
              <a:t/>
            </a:r>
            <a:endParaRPr sz="1050">
              <a:solidFill>
                <a:srgbClr val="000000"/>
              </a:solidFill>
            </a:endParaRPr>
          </a:p>
          <a:p>
            <a:pPr indent="-69850" lvl="0" marL="4000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64736"/>
              <a:buNone/>
            </a:pPr>
            <a:r>
              <a:t/>
            </a:r>
            <a:endParaRPr sz="1050">
              <a:solidFill>
                <a:srgbClr val="000000"/>
              </a:solidFill>
            </a:endParaRPr>
          </a:p>
          <a:p>
            <a:pPr indent="-69850" lvl="0" marL="4000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64736"/>
              <a:buNone/>
            </a:pPr>
            <a:r>
              <a:t/>
            </a:r>
            <a:endParaRPr sz="1050">
              <a:solidFill>
                <a:srgbClr val="000000"/>
              </a:solidFill>
            </a:endParaRPr>
          </a:p>
          <a:p>
            <a:pPr indent="-69850" lvl="0" marL="4000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64736"/>
              <a:buNone/>
            </a:pPr>
            <a:r>
              <a:t/>
            </a:r>
            <a:endParaRPr sz="1050">
              <a:solidFill>
                <a:srgbClr val="000000"/>
              </a:solidFill>
            </a:endParaRPr>
          </a:p>
          <a:p>
            <a:pPr indent="-171450" lvl="0" marL="4000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64736"/>
              <a:buChar char="●"/>
            </a:pPr>
            <a:r>
              <a:rPr lang="en-US" sz="1050">
                <a:solidFill>
                  <a:srgbClr val="000000"/>
                </a:solidFill>
              </a:rPr>
              <a:t>Post-route timing closed: WNS 0.003 ns at kernel target clock: 300 Mhz.</a:t>
            </a:r>
            <a:endParaRPr/>
          </a:p>
          <a:p>
            <a:pPr indent="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64736"/>
              <a:buNone/>
            </a:pPr>
            <a:r>
              <a:t/>
            </a:r>
            <a:endParaRPr sz="105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800"/>
              </a:spcAft>
              <a:buSzPct val="164736"/>
              <a:buNone/>
            </a:pPr>
            <a:r>
              <a:t/>
            </a:r>
            <a:endParaRPr sz="1050"/>
          </a:p>
        </p:txBody>
      </p:sp>
      <p:pic>
        <p:nvPicPr>
          <p:cNvPr id="1169" name="Google Shape;1169;p11"/>
          <p:cNvPicPr preferRelativeResize="0"/>
          <p:nvPr/>
        </p:nvPicPr>
        <p:blipFill rotWithShape="1">
          <a:blip r:embed="rId3">
            <a:alphaModFix/>
          </a:blip>
          <a:srcRect b="39877" l="24106" r="9009" t="5112"/>
          <a:stretch/>
        </p:blipFill>
        <p:spPr>
          <a:xfrm>
            <a:off x="556639" y="2134812"/>
            <a:ext cx="4238034" cy="2178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0" name="Google Shape;1170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681123" y="3223863"/>
            <a:ext cx="4016426" cy="1097375"/>
          </a:xfrm>
          <a:prstGeom prst="rect">
            <a:avLst/>
          </a:prstGeom>
          <a:noFill/>
          <a:ln>
            <a:noFill/>
          </a:ln>
        </p:spPr>
      </p:pic>
      <p:sp>
        <p:nvSpPr>
          <p:cNvPr id="1171" name="Google Shape;1171;p11"/>
          <p:cNvSpPr txBox="1"/>
          <p:nvPr/>
        </p:nvSpPr>
        <p:spPr>
          <a:xfrm>
            <a:off x="5897932" y="4414838"/>
            <a:ext cx="1733175" cy="3852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1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Table: Post-route utilization report</a:t>
            </a:r>
            <a:endParaRPr b="0" i="1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2" name="Google Shape;1172;p1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1173" name="Google Shape;1173;p11"/>
          <p:cNvGraphicFramePr/>
          <p:nvPr/>
        </p:nvGraphicFramePr>
        <p:xfrm>
          <a:off x="5328445" y="206839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{53C23984-3866-46C6-A7AB-43938E27D444}</a:tableStyleId>
              </a:tblPr>
              <a:tblGrid>
                <a:gridCol w="681400"/>
                <a:gridCol w="710700"/>
                <a:gridCol w="652100"/>
                <a:gridCol w="827950"/>
              </a:tblGrid>
              <a:tr h="170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b="1" lang="en-US" sz="600" u="none" cap="none" strike="noStrike"/>
                        <a:t>Resource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5C5C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b="1" lang="en-US" sz="600" u="none" cap="none" strike="noStrike"/>
                        <a:t>Utilization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5C5C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b="1" lang="en-US" sz="600" u="none" cap="none" strike="noStrike"/>
                        <a:t>Available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5C5C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b="1" lang="en-US" sz="600" u="none" cap="none" strike="noStrike"/>
                        <a:t>Utilization 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5C5C5"/>
                    </a:solidFill>
                  </a:tcPr>
                </a:tc>
              </a:tr>
              <a:tr h="170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-US" sz="600" u="none" cap="none" strike="noStrike"/>
                        <a:t>LUT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-US" sz="600" u="none" cap="none" strike="noStrike"/>
                        <a:t>191648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-US" sz="600" u="none" cap="none" strike="noStrike"/>
                        <a:t>1303680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-US" sz="600" u="none" cap="none" strike="noStrike"/>
                        <a:t>14.70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0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-US" sz="600" u="none" cap="none" strike="noStrike"/>
                        <a:t>LUTRAM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-US" sz="600" u="none" cap="none" strike="noStrike"/>
                        <a:t>36960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-US" sz="600" u="none" cap="none" strike="noStrike"/>
                        <a:t>600960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-US" sz="600" u="none" cap="none" strike="noStrike"/>
                        <a:t>6.15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0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-US" sz="600" u="none" cap="none" strike="noStrike"/>
                        <a:t>FF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-US" sz="600" u="none" cap="none" strike="noStrike"/>
                        <a:t>253384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-US" sz="600" u="none" cap="none" strike="noStrike"/>
                        <a:t>2607360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-US" sz="600" u="none" cap="none" strike="noStrike"/>
                        <a:t>9.72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0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-US" sz="600" u="none" cap="none" strike="noStrike"/>
                        <a:t>BRAM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-US" sz="600" u="none" cap="none" strike="noStrike"/>
                        <a:t>309.50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-US" sz="600" u="none" cap="none" strike="noStrike"/>
                        <a:t>2016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-US" sz="600" u="none" cap="none" strike="noStrike"/>
                        <a:t>15.35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0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-US" sz="600" u="none" cap="none" strike="noStrike"/>
                        <a:t>URAM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-US" sz="600" u="none" cap="none" strike="noStrike"/>
                        <a:t>2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-US" sz="600" u="none" cap="none" strike="noStrike"/>
                        <a:t>960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-US" sz="600" u="none" cap="none" strike="noStrike"/>
                        <a:t>0.21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0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-US" sz="600" u="none" cap="none" strike="noStrike"/>
                        <a:t>DSP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-US" sz="600" u="none" cap="none" strike="noStrike"/>
                        <a:t>409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-US" sz="600" u="none" cap="none" strike="noStrike"/>
                        <a:t>9024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-US" sz="600" u="none" cap="none" strike="noStrike"/>
                        <a:t>4.53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0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-US" sz="600" u="none" cap="none" strike="noStrike"/>
                        <a:t>IO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-US" sz="600" u="none" cap="none" strike="noStrike"/>
                        <a:t>12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-US" sz="600" u="none" cap="none" strike="noStrike"/>
                        <a:t>624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-US" sz="600" u="none" cap="none" strike="noStrike"/>
                        <a:t>1.92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0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-US" sz="600" u="none" cap="none" strike="noStrike"/>
                        <a:t>GT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-US" sz="600" u="none" cap="none" strike="noStrike"/>
                        <a:t>16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-US" sz="600" u="none" cap="none" strike="noStrike"/>
                        <a:t>40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-US" sz="600" u="none" cap="none" strike="noStrike"/>
                        <a:t>40.00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0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-US" sz="600" u="none" cap="none" strike="noStrike"/>
                        <a:t>BUFG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-US" sz="600" u="none" cap="none" strike="noStrike"/>
                        <a:t>42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-US" sz="600" u="none" cap="none" strike="noStrike"/>
                        <a:t>1008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-US" sz="600" u="none" cap="none" strike="noStrike"/>
                        <a:t>4.17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0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-US" sz="600" u="none" cap="none" strike="noStrike"/>
                        <a:t>MMCM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-US" sz="600" u="none" cap="none" strike="noStrike"/>
                        <a:t>3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-US" sz="600" u="none" cap="none" strike="noStrike"/>
                        <a:t>12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-US" sz="600" u="none" cap="none" strike="noStrike"/>
                        <a:t>25.00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0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-US" sz="600" u="none" cap="none" strike="noStrike"/>
                        <a:t>PLL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-US" sz="6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-US" sz="600" u="none" cap="none" strike="noStrike"/>
                        <a:t>24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-US" sz="600" u="none" cap="none" strike="noStrike"/>
                        <a:t>4.17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0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-US" sz="600" u="none" cap="none" strike="noStrike"/>
                        <a:t>PCIe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-US" sz="6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-US" sz="600" u="none" cap="none" strike="noStrike"/>
                        <a:t>6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-US" sz="600" u="none" cap="none" strike="noStrike"/>
                        <a:t>16.67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6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6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6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6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6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6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6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6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6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8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68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8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68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8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68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7" name="Shape 1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8" name="Google Shape;1178;p7"/>
          <p:cNvSpPr txBox="1"/>
          <p:nvPr>
            <p:ph type="title"/>
          </p:nvPr>
        </p:nvSpPr>
        <p:spPr>
          <a:xfrm>
            <a:off x="420625" y="320050"/>
            <a:ext cx="82716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/>
              <a:t>Verification Strategy</a:t>
            </a:r>
            <a:endParaRPr/>
          </a:p>
        </p:txBody>
      </p:sp>
      <p:sp>
        <p:nvSpPr>
          <p:cNvPr id="1179" name="Google Shape;1179;p7"/>
          <p:cNvSpPr/>
          <p:nvPr/>
        </p:nvSpPr>
        <p:spPr>
          <a:xfrm>
            <a:off x="420625" y="1183341"/>
            <a:ext cx="2635667" cy="1656678"/>
          </a:xfrm>
          <a:prstGeom prst="rect">
            <a:avLst/>
          </a:prstGeom>
          <a:solidFill>
            <a:srgbClr val="9923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1573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Python reference verifies full-sequence tiling at S=8, 64, 128, 256, 512</a:t>
            </a:r>
            <a:endParaRPr/>
          </a:p>
        </p:txBody>
      </p:sp>
      <p:sp>
        <p:nvSpPr>
          <p:cNvPr id="1180" name="Google Shape;1180;p7"/>
          <p:cNvSpPr/>
          <p:nvPr/>
        </p:nvSpPr>
        <p:spPr>
          <a:xfrm>
            <a:off x="3176802" y="1183341"/>
            <a:ext cx="2635667" cy="1664184"/>
          </a:xfrm>
          <a:prstGeom prst="rect">
            <a:avLst/>
          </a:prstGeom>
          <a:solidFill>
            <a:srgbClr val="9923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1573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Each HLS kernel tested independently against exported vectors. All pass locally before touching hardware.</a:t>
            </a:r>
            <a:endParaRPr/>
          </a:p>
        </p:txBody>
      </p:sp>
      <p:sp>
        <p:nvSpPr>
          <p:cNvPr id="1181" name="Google Shape;1181;p7"/>
          <p:cNvSpPr/>
          <p:nvPr/>
        </p:nvSpPr>
        <p:spPr>
          <a:xfrm>
            <a:off x="420625" y="2960146"/>
            <a:ext cx="2635667" cy="1626828"/>
          </a:xfrm>
          <a:prstGeom prst="rect">
            <a:avLst/>
          </a:prstGeom>
          <a:solidFill>
            <a:srgbClr val="9923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1573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Hardware emulation, to test interaction between host and device:</a:t>
            </a:r>
            <a:endParaRPr/>
          </a:p>
          <a:p>
            <a:pPr indent="-285750" lvl="0" marL="44309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urier New"/>
              <a:buChar char="o"/>
            </a:pPr>
            <a:r>
              <a:rPr b="0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Fused hardware emulation passed vector mode and S=8 sequence mode</a:t>
            </a:r>
            <a:endParaRPr/>
          </a:p>
        </p:txBody>
      </p:sp>
      <p:sp>
        <p:nvSpPr>
          <p:cNvPr id="1182" name="Google Shape;1182;p7"/>
          <p:cNvSpPr/>
          <p:nvPr/>
        </p:nvSpPr>
        <p:spPr>
          <a:xfrm>
            <a:off x="3176802" y="2967652"/>
            <a:ext cx="2635667" cy="1626828"/>
          </a:xfrm>
          <a:prstGeom prst="rect">
            <a:avLst/>
          </a:prstGeom>
          <a:solidFill>
            <a:srgbClr val="9923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1573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On-board execution: </a:t>
            </a:r>
            <a:endParaRPr/>
          </a:p>
          <a:p>
            <a:pPr indent="-285750" lvl="0" marL="44309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urier New"/>
              <a:buChar char="o"/>
            </a:pPr>
            <a:r>
              <a:rPr b="0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Synthetic sweep passed S=8, 64, 128, 256, 512</a:t>
            </a:r>
            <a:endParaRPr/>
          </a:p>
          <a:p>
            <a:pPr indent="-285750" lvl="0" marL="44309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urier New"/>
              <a:buChar char="o"/>
            </a:pPr>
            <a:r>
              <a:rPr b="0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TinyLlama vector runs passed for real S = 8, 64, 128</a:t>
            </a:r>
            <a:endParaRPr/>
          </a:p>
        </p:txBody>
      </p:sp>
      <p:sp>
        <p:nvSpPr>
          <p:cNvPr id="1183" name="Google Shape;1183;p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84" name="Google Shape;118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32979" y="2110073"/>
            <a:ext cx="2987540" cy="14598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8" name="Shape 1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9" name="Google Shape;1189;p12"/>
          <p:cNvSpPr txBox="1"/>
          <p:nvPr>
            <p:ph type="title"/>
          </p:nvPr>
        </p:nvSpPr>
        <p:spPr>
          <a:xfrm>
            <a:off x="420625" y="320050"/>
            <a:ext cx="82716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/>
              <a:t>Challenges and Limitations</a:t>
            </a:r>
            <a:endParaRPr/>
          </a:p>
        </p:txBody>
      </p:sp>
      <p:sp>
        <p:nvSpPr>
          <p:cNvPr id="1190" name="Google Shape;1190;p12"/>
          <p:cNvSpPr/>
          <p:nvPr/>
        </p:nvSpPr>
        <p:spPr>
          <a:xfrm>
            <a:off x="818658" y="1107773"/>
            <a:ext cx="3548947" cy="3700895"/>
          </a:xfrm>
          <a:prstGeom prst="rect">
            <a:avLst/>
          </a:prstGeom>
          <a:solidFill>
            <a:srgbClr val="99232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Challenges</a:t>
            </a:r>
            <a:endParaRPr b="1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1" name="Google Shape;1191;p12"/>
          <p:cNvSpPr/>
          <p:nvPr/>
        </p:nvSpPr>
        <p:spPr>
          <a:xfrm>
            <a:off x="989704" y="1656678"/>
            <a:ext cx="3227294" cy="101121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158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Debugging HLS Kernels</a:t>
            </a:r>
            <a:endParaRPr/>
          </a:p>
          <a:p>
            <a:pPr indent="0" lvl="0" marL="158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330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Limited visibility compared to software debugging</a:t>
            </a:r>
            <a:endParaRPr/>
          </a:p>
          <a:p>
            <a:pPr indent="-171450" lvl="0" marL="330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Requires waveform or simulation-based debugging</a:t>
            </a:r>
            <a:endParaRPr/>
          </a:p>
        </p:txBody>
      </p:sp>
      <p:sp>
        <p:nvSpPr>
          <p:cNvPr id="1192" name="Google Shape;1192;p12"/>
          <p:cNvSpPr/>
          <p:nvPr/>
        </p:nvSpPr>
        <p:spPr>
          <a:xfrm>
            <a:off x="979484" y="2848352"/>
            <a:ext cx="3227294" cy="73689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158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Long Compilation Times</a:t>
            </a:r>
            <a:endParaRPr/>
          </a:p>
          <a:p>
            <a:pPr indent="-101600" lvl="0" marL="330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330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FPGA synthesis takes a long time, slowing iteration</a:t>
            </a:r>
            <a:endParaRPr/>
          </a:p>
        </p:txBody>
      </p:sp>
      <p:sp>
        <p:nvSpPr>
          <p:cNvPr id="1193" name="Google Shape;1193;p12"/>
          <p:cNvSpPr/>
          <p:nvPr/>
        </p:nvSpPr>
        <p:spPr>
          <a:xfrm>
            <a:off x="979484" y="3765706"/>
            <a:ext cx="3227294" cy="73689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158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Precision Trade-Offs</a:t>
            </a:r>
            <a:endParaRPr b="1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0" marL="330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330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Balancing accuracy with performance when using INT8/FP32</a:t>
            </a:r>
            <a:endParaRPr/>
          </a:p>
        </p:txBody>
      </p:sp>
      <p:sp>
        <p:nvSpPr>
          <p:cNvPr id="1194" name="Google Shape;1194;p12"/>
          <p:cNvSpPr/>
          <p:nvPr/>
        </p:nvSpPr>
        <p:spPr>
          <a:xfrm>
            <a:off x="4757750" y="1107773"/>
            <a:ext cx="3548947" cy="3700895"/>
          </a:xfrm>
          <a:prstGeom prst="rect">
            <a:avLst/>
          </a:prstGeom>
          <a:solidFill>
            <a:srgbClr val="99232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Limitations</a:t>
            </a:r>
            <a:endParaRPr b="1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5" name="Google Shape;1195;p12"/>
          <p:cNvSpPr/>
          <p:nvPr/>
        </p:nvSpPr>
        <p:spPr>
          <a:xfrm>
            <a:off x="4928796" y="1656678"/>
            <a:ext cx="3227294" cy="80944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Standalone one-head block only</a:t>
            </a:r>
            <a:endParaRPr/>
          </a:p>
        </p:txBody>
      </p:sp>
      <p:sp>
        <p:nvSpPr>
          <p:cNvPr id="1196" name="Google Shape;1196;p12"/>
          <p:cNvSpPr/>
          <p:nvPr/>
        </p:nvSpPr>
        <p:spPr>
          <a:xfrm>
            <a:off x="4928796" y="2662196"/>
            <a:ext cx="3227294" cy="48383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 yet integrated to full TinyLlama decoder.</a:t>
            </a:r>
            <a:endParaRPr/>
          </a:p>
        </p:txBody>
      </p:sp>
      <p:sp>
        <p:nvSpPr>
          <p:cNvPr id="1197" name="Google Shape;1197;p12"/>
          <p:cNvSpPr/>
          <p:nvPr/>
        </p:nvSpPr>
        <p:spPr>
          <a:xfrm>
            <a:off x="4928796" y="3342095"/>
            <a:ext cx="3227294" cy="48383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KV-cache decode flow yet</a:t>
            </a:r>
            <a:endParaRPr/>
          </a:p>
        </p:txBody>
      </p:sp>
      <p:sp>
        <p:nvSpPr>
          <p:cNvPr id="1198" name="Google Shape;1198;p12"/>
          <p:cNvSpPr/>
          <p:nvPr/>
        </p:nvSpPr>
        <p:spPr>
          <a:xfrm>
            <a:off x="4928796" y="4021993"/>
            <a:ext cx="3227294" cy="48383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Slower than CPU and GPU baseline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9" name="Google Shape;1199;p1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3" name="Shape 1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4" name="Google Shape;1204;p13"/>
          <p:cNvSpPr txBox="1"/>
          <p:nvPr>
            <p:ph type="title"/>
          </p:nvPr>
        </p:nvSpPr>
        <p:spPr>
          <a:xfrm>
            <a:off x="420625" y="320050"/>
            <a:ext cx="82716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/>
              <a:t>Next Steps</a:t>
            </a:r>
            <a:endParaRPr/>
          </a:p>
        </p:txBody>
      </p:sp>
      <p:sp>
        <p:nvSpPr>
          <p:cNvPr id="1205" name="Google Shape;1205;p13"/>
          <p:cNvSpPr/>
          <p:nvPr/>
        </p:nvSpPr>
        <p:spPr>
          <a:xfrm>
            <a:off x="420625" y="1183341"/>
            <a:ext cx="4135800" cy="1656678"/>
          </a:xfrm>
          <a:prstGeom prst="rect">
            <a:avLst/>
          </a:prstGeom>
          <a:solidFill>
            <a:srgbClr val="9923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Reduce Host Transfers:</a:t>
            </a:r>
            <a:endParaRPr/>
          </a:p>
          <a:p>
            <a:pPr indent="-171450" lvl="0" marL="40005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b="0" i="0" lang="en-US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Keep Q/K/V, logits, probabilities, and attn_out resident on FPGA memory.</a:t>
            </a:r>
            <a:endParaRPr/>
          </a:p>
        </p:txBody>
      </p:sp>
      <p:sp>
        <p:nvSpPr>
          <p:cNvPr id="1206" name="Google Shape;1206;p13"/>
          <p:cNvSpPr/>
          <p:nvPr/>
        </p:nvSpPr>
        <p:spPr>
          <a:xfrm>
            <a:off x="4672442" y="1183341"/>
            <a:ext cx="4135800" cy="1656678"/>
          </a:xfrm>
          <a:prstGeom prst="rect">
            <a:avLst/>
          </a:prstGeom>
          <a:solidFill>
            <a:srgbClr val="9923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Reduce Kernel Launch Count</a:t>
            </a:r>
            <a:endParaRPr/>
          </a:p>
          <a:p>
            <a:pPr indent="-171450" lvl="0" marL="40005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b="0" i="0" lang="en-US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Move from many tile-level launches toward larger fused kernels.</a:t>
            </a:r>
            <a:endParaRPr b="0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7" name="Google Shape;1207;p13"/>
          <p:cNvSpPr/>
          <p:nvPr/>
        </p:nvSpPr>
        <p:spPr>
          <a:xfrm>
            <a:off x="420625" y="2960146"/>
            <a:ext cx="4135800" cy="1656678"/>
          </a:xfrm>
          <a:prstGeom prst="rect">
            <a:avLst/>
          </a:prstGeom>
          <a:solidFill>
            <a:srgbClr val="9923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Fuse Softmax and V accumulation</a:t>
            </a:r>
            <a:endParaRPr/>
          </a:p>
          <a:p>
            <a:pPr indent="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4000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b="0" i="0" lang="en-US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Avoid writing full attention weights back through host-visible buffers.</a:t>
            </a:r>
            <a:endParaRPr b="0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8" name="Google Shape;1208;p13"/>
          <p:cNvSpPr/>
          <p:nvPr/>
        </p:nvSpPr>
        <p:spPr>
          <a:xfrm>
            <a:off x="4672442" y="2930296"/>
            <a:ext cx="4135800" cy="1656678"/>
          </a:xfrm>
          <a:prstGeom prst="rect">
            <a:avLst/>
          </a:prstGeom>
          <a:solidFill>
            <a:srgbClr val="9923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Full Model Integration</a:t>
            </a:r>
            <a:endParaRPr/>
          </a:p>
          <a:p>
            <a:pPr indent="-171450" lvl="0" marL="40005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b="0" i="0" lang="en-US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Connect the accelerated block into TinyLlama decoder flow after performance improves.</a:t>
            </a:r>
            <a:endParaRPr b="0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9" name="Google Shape;1209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3" name="Shape 1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4" name="Google Shape;1214;p14"/>
          <p:cNvSpPr txBox="1"/>
          <p:nvPr>
            <p:ph type="title"/>
          </p:nvPr>
        </p:nvSpPr>
        <p:spPr>
          <a:xfrm>
            <a:off x="420625" y="320050"/>
            <a:ext cx="82716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/>
              <a:t>References</a:t>
            </a:r>
            <a:endParaRPr/>
          </a:p>
        </p:txBody>
      </p:sp>
      <p:sp>
        <p:nvSpPr>
          <p:cNvPr id="1215" name="Google Shape;1215;p14"/>
          <p:cNvSpPr txBox="1"/>
          <p:nvPr>
            <p:ph idx="1" type="body"/>
          </p:nvPr>
        </p:nvSpPr>
        <p:spPr>
          <a:xfrm>
            <a:off x="420900" y="994550"/>
            <a:ext cx="8271600" cy="31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 u="sng">
                <a:solidFill>
                  <a:schemeClr val="hlink"/>
                </a:solidFill>
                <a:hlinkClick r:id="rId3"/>
              </a:rPr>
              <a:t>[1]</a:t>
            </a:r>
            <a:r>
              <a:rPr lang="en-US"/>
              <a:t> http://neuralnetworksanddeeplearning.com/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</a:pPr>
            <a:r>
              <a:rPr lang="en-US" u="sng">
                <a:solidFill>
                  <a:schemeClr val="hlink"/>
                </a:solidFill>
                <a:hlinkClick r:id="rId4"/>
              </a:rPr>
              <a:t>[2]</a:t>
            </a:r>
            <a:r>
              <a:rPr lang="en-US"/>
              <a:t> https://jalammar.github.io/illustrated-transformer/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</a:pPr>
            <a:r>
              <a:rPr lang="en-US" u="sng">
                <a:solidFill>
                  <a:schemeClr val="hlink"/>
                </a:solidFill>
                <a:hlinkClick r:id="rId5"/>
              </a:rPr>
              <a:t>[3]</a:t>
            </a:r>
            <a:r>
              <a:rPr lang="en-US"/>
              <a:t> https://medium.com/@cristianleo120/the-math-behind-transformers-6d7710682a1f</a:t>
            </a:r>
            <a:endParaRPr/>
          </a:p>
          <a:p>
            <a:pPr indent="-184150" lvl="0" marL="28575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600"/>
              <a:buNone/>
            </a:pPr>
            <a:r>
              <a:t/>
            </a:r>
            <a:endParaRPr/>
          </a:p>
        </p:txBody>
      </p:sp>
      <p:sp>
        <p:nvSpPr>
          <p:cNvPr id="1216" name="Google Shape;1216;p1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0" name="Shape 1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1" name="Google Shape;1221;p15"/>
          <p:cNvSpPr txBox="1"/>
          <p:nvPr/>
        </p:nvSpPr>
        <p:spPr>
          <a:xfrm>
            <a:off x="1353600" y="1627375"/>
            <a:ext cx="6436800" cy="15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Arial"/>
              <a:buNone/>
            </a:pPr>
            <a:r>
              <a:rPr b="1" i="0" lang="en-US" sz="4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THANK YOU!</a:t>
            </a:r>
            <a:endParaRPr b="1" i="0" sz="46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Any Questions?</a:t>
            </a:r>
            <a:endParaRPr b="0" i="0" sz="24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2" name="Google Shape;1222;p1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2025 Official ASU presentation template (from Enterprise Brand Strategy and Management)">
  <a:themeElements>
    <a:clrScheme name="Simple Light">
      <a:dk1>
        <a:srgbClr val="191919"/>
      </a:dk1>
      <a:lt1>
        <a:srgbClr val="FFFFFF"/>
      </a:lt1>
      <a:dk2>
        <a:srgbClr val="747474"/>
      </a:dk2>
      <a:lt2>
        <a:srgbClr val="E8E8E8"/>
      </a:lt2>
      <a:accent1>
        <a:srgbClr val="FFC627"/>
      </a:accent1>
      <a:accent2>
        <a:srgbClr val="8C1D40"/>
      </a:accent2>
      <a:accent3>
        <a:srgbClr val="78BE20"/>
      </a:accent3>
      <a:accent4>
        <a:srgbClr val="FF7F32"/>
      </a:accent4>
      <a:accent5>
        <a:srgbClr val="00A3E0"/>
      </a:accent5>
      <a:accent6>
        <a:srgbClr val="CC2F2F"/>
      </a:accent6>
      <a:hlink>
        <a:srgbClr val="8C1D4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Samarth B S</dc:creator>
</cp:coreProperties>
</file>