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1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9" r:id="rId8"/>
    <p:sldId id="280" r:id="rId9"/>
    <p:sldId id="281" r:id="rId10"/>
    <p:sldId id="282" r:id="rId11"/>
    <p:sldId id="278" r:id="rId12"/>
    <p:sldId id="283" r:id="rId13"/>
    <p:sldId id="284" r:id="rId14"/>
    <p:sldId id="285" r:id="rId15"/>
    <p:sldId id="28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2323"/>
    <a:srgbClr val="8C1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B3D77-93F2-B70A-93C6-0FB1585F1A5E}" v="663" dt="2026-05-05T03:30:44.330"/>
    <p1510:client id="{7322DF79-DACB-AAC0-A7EA-ECC61BD5D310}" v="89" dt="2026-05-05T14:33:17.041"/>
    <p1510:client id="{80468424-D1AB-C870-B929-69B8B5C0E825}" v="12" dt="2026-05-05T03:22:14.949"/>
    <p1510:client id="{B52F6AAC-D265-48A7-BD43-41DD3049029B}" v="2297" dt="2026-05-05T15:12:40.674"/>
    <p1510:client id="{CA705FDE-E1F8-BD1E-52F3-918C79A7595F}" v="57" dt="2026-05-05T15:41:34.944"/>
  </p1510:revLst>
</p1510:revInfo>
</file>

<file path=ppt/tableStyles.xml><?xml version="1.0" encoding="utf-8"?>
<a:tblStyleLst xmlns:a="http://schemas.openxmlformats.org/drawingml/2006/main" def="{CA275B17-B9BB-4800-942C-4837F45E45CA}">
  <a:tblStyle styleId="{CA275B17-B9BB-4800-942C-4837F45E45C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rth Motupalli" userId="a61375259e0cb9e3" providerId="Windows Live" clId="Web-{80468424-D1AB-C870-B929-69B8B5C0E825}"/>
    <pc:docChg chg="modSld">
      <pc:chgData name="Satyarth Motupalli" userId="a61375259e0cb9e3" providerId="Windows Live" clId="Web-{80468424-D1AB-C870-B929-69B8B5C0E825}" dt="2026-05-05T03:22:14.949" v="11"/>
      <pc:docMkLst>
        <pc:docMk/>
      </pc:docMkLst>
      <pc:sldChg chg="modSp">
        <pc:chgData name="Satyarth Motupalli" userId="a61375259e0cb9e3" providerId="Windows Live" clId="Web-{80468424-D1AB-C870-B929-69B8B5C0E825}" dt="2026-05-05T03:22:14.949" v="11"/>
        <pc:sldMkLst>
          <pc:docMk/>
          <pc:sldMk cId="0" sldId="266"/>
        </pc:sldMkLst>
        <pc:spChg chg="mod">
          <ac:chgData name="Satyarth Motupalli" userId="a61375259e0cb9e3" providerId="Windows Live" clId="Web-{80468424-D1AB-C870-B929-69B8B5C0E825}" dt="2026-05-05T03:19:40.049" v="9" actId="1076"/>
          <ac:spMkLst>
            <pc:docMk/>
            <pc:sldMk cId="0" sldId="266"/>
            <ac:spMk id="1121" creationId="{00000000-0000-0000-0000-000000000000}"/>
          </ac:spMkLst>
        </pc:spChg>
        <pc:spChg chg="mod">
          <ac:chgData name="Satyarth Motupalli" userId="a61375259e0cb9e3" providerId="Windows Live" clId="Web-{80468424-D1AB-C870-B929-69B8B5C0E825}" dt="2026-05-05T03:18:04.406" v="8" actId="1076"/>
          <ac:spMkLst>
            <pc:docMk/>
            <pc:sldMk cId="0" sldId="266"/>
            <ac:spMk id="1122" creationId="{00000000-0000-0000-0000-000000000000}"/>
          </ac:spMkLst>
        </pc:spChg>
        <pc:spChg chg="mod">
          <ac:chgData name="Satyarth Motupalli" userId="a61375259e0cb9e3" providerId="Windows Live" clId="Web-{80468424-D1AB-C870-B929-69B8B5C0E825}" dt="2026-05-05T03:06:13.281" v="2" actId="1076"/>
          <ac:spMkLst>
            <pc:docMk/>
            <pc:sldMk cId="0" sldId="266"/>
            <ac:spMk id="1124" creationId="{00000000-0000-0000-0000-000000000000}"/>
          </ac:spMkLst>
        </pc:spChg>
        <pc:graphicFrameChg chg="modGraphic">
          <ac:chgData name="Satyarth Motupalli" userId="a61375259e0cb9e3" providerId="Windows Live" clId="Web-{80468424-D1AB-C870-B929-69B8B5C0E825}" dt="2026-05-05T03:11:12.697" v="4"/>
          <ac:graphicFrameMkLst>
            <pc:docMk/>
            <pc:sldMk cId="0" sldId="266"/>
            <ac:graphicFrameMk id="6" creationId="{4C608A86-B09A-DB94-3A70-038154191506}"/>
          </ac:graphicFrameMkLst>
        </pc:graphicFrameChg>
        <pc:graphicFrameChg chg="modGraphic">
          <ac:chgData name="Satyarth Motupalli" userId="a61375259e0cb9e3" providerId="Windows Live" clId="Web-{80468424-D1AB-C870-B929-69B8B5C0E825}" dt="2026-05-05T03:22:14.949" v="11"/>
          <ac:graphicFrameMkLst>
            <pc:docMk/>
            <pc:sldMk cId="0" sldId="266"/>
            <ac:graphicFrameMk id="8" creationId="{04CA97AB-9501-3B1D-F00A-3F80754FD4C6}"/>
          </ac:graphicFrameMkLst>
        </pc:graphicFrameChg>
      </pc:sldChg>
    </pc:docChg>
  </pc:docChgLst>
  <pc:docChgLst>
    <pc:chgData name="Samarth B S" userId="fa173c4cac905858" providerId="LiveId" clId="{7E64215B-F4D5-4C48-9A8F-4AB2F43676C0}"/>
    <pc:docChg chg="undo custSel addSld delSld modSld sldOrd">
      <pc:chgData name="Samarth B S" userId="fa173c4cac905858" providerId="LiveId" clId="{7E64215B-F4D5-4C48-9A8F-4AB2F43676C0}" dt="2026-05-05T15:12:40.674" v="2285"/>
      <pc:docMkLst>
        <pc:docMk/>
      </pc:docMkLst>
      <pc:sldChg chg="modSp add del mod ord setBg">
        <pc:chgData name="Samarth B S" userId="fa173c4cac905858" providerId="LiveId" clId="{7E64215B-F4D5-4C48-9A8F-4AB2F43676C0}" dt="2026-05-05T15:12:26.010" v="2284" actId="47"/>
        <pc:sldMkLst>
          <pc:docMk/>
          <pc:sldMk cId="0" sldId="256"/>
        </pc:sldMkLst>
        <pc:spChg chg="mod">
          <ac:chgData name="Samarth B S" userId="fa173c4cac905858" providerId="LiveId" clId="{7E64215B-F4D5-4C48-9A8F-4AB2F43676C0}" dt="2026-05-05T02:46:45.057" v="116" actId="20577"/>
          <ac:spMkLst>
            <pc:docMk/>
            <pc:sldMk cId="0" sldId="256"/>
            <ac:spMk id="1054" creationId="{00000000-0000-0000-0000-000000000000}"/>
          </ac:spMkLst>
        </pc:spChg>
      </pc:sldChg>
      <pc:sldChg chg="modSp del mod modAnim">
        <pc:chgData name="Samarth B S" userId="fa173c4cac905858" providerId="LiveId" clId="{7E64215B-F4D5-4C48-9A8F-4AB2F43676C0}" dt="2026-05-05T15:08:21.770" v="2279" actId="47"/>
        <pc:sldMkLst>
          <pc:docMk/>
          <pc:sldMk cId="0" sldId="257"/>
        </pc:sldMkLst>
        <pc:spChg chg="mod">
          <ac:chgData name="Samarth B S" userId="fa173c4cac905858" providerId="LiveId" clId="{7E64215B-F4D5-4C48-9A8F-4AB2F43676C0}" dt="2026-05-05T02:46:54.724" v="124" actId="20577"/>
          <ac:spMkLst>
            <pc:docMk/>
            <pc:sldMk cId="0" sldId="257"/>
            <ac:spMk id="1059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8:28.214" v="1023" actId="20577"/>
          <ac:spMkLst>
            <pc:docMk/>
            <pc:sldMk cId="0" sldId="257"/>
            <ac:spMk id="1060" creationId="{00000000-0000-0000-0000-000000000000}"/>
          </ac:spMkLst>
        </pc:spChg>
      </pc:sldChg>
      <pc:sldChg chg="del">
        <pc:chgData name="Samarth B S" userId="fa173c4cac905858" providerId="LiveId" clId="{7E64215B-F4D5-4C48-9A8F-4AB2F43676C0}" dt="2026-05-05T15:08:21.770" v="2279" actId="47"/>
        <pc:sldMkLst>
          <pc:docMk/>
          <pc:sldMk cId="0" sldId="258"/>
        </pc:sldMkLst>
      </pc:sldChg>
      <pc:sldChg chg="addSp modSp del mod modAnim">
        <pc:chgData name="Samarth B S" userId="fa173c4cac905858" providerId="LiveId" clId="{7E64215B-F4D5-4C48-9A8F-4AB2F43676C0}" dt="2026-05-05T15:08:21.770" v="2279" actId="47"/>
        <pc:sldMkLst>
          <pc:docMk/>
          <pc:sldMk cId="0" sldId="259"/>
        </pc:sldMkLst>
        <pc:spChg chg="mod">
          <ac:chgData name="Samarth B S" userId="fa173c4cac905858" providerId="LiveId" clId="{7E64215B-F4D5-4C48-9A8F-4AB2F43676C0}" dt="2026-05-05T03:23:32.142" v="121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23:51.082" v="1224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23:52.998" v="1225" actId="1076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Samarth B S" userId="fa173c4cac905858" providerId="LiveId" clId="{7E64215B-F4D5-4C48-9A8F-4AB2F43676C0}" dt="2026-05-05T03:24:10.158" v="1228" actId="108"/>
          <ac:spMkLst>
            <pc:docMk/>
            <pc:sldMk cId="0" sldId="259"/>
            <ac:spMk id="10" creationId="{582D493A-69BD-5C38-26DA-44B4CBA79218}"/>
          </ac:spMkLst>
        </pc:spChg>
      </pc:sldChg>
      <pc:sldChg chg="addSp delSp modSp del mod addAnim delAnim modAnim">
        <pc:chgData name="Samarth B S" userId="fa173c4cac905858" providerId="LiveId" clId="{7E64215B-F4D5-4C48-9A8F-4AB2F43676C0}" dt="2026-05-05T15:08:21.770" v="2279" actId="47"/>
        <pc:sldMkLst>
          <pc:docMk/>
          <pc:sldMk cId="0" sldId="260"/>
        </pc:sldMkLst>
        <pc:spChg chg="add mod">
          <ac:chgData name="Samarth B S" userId="fa173c4cac905858" providerId="LiveId" clId="{7E64215B-F4D5-4C48-9A8F-4AB2F43676C0}" dt="2026-05-05T07:26:18.322" v="2216" actId="14100"/>
          <ac:spMkLst>
            <pc:docMk/>
            <pc:sldMk cId="0" sldId="260"/>
            <ac:spMk id="2" creationId="{7F005227-3119-704D-93ED-DC72E5581BC6}"/>
          </ac:spMkLst>
        </pc:spChg>
        <pc:spChg chg="add del mod">
          <ac:chgData name="Samarth B S" userId="fa173c4cac905858" providerId="LiveId" clId="{7E64215B-F4D5-4C48-9A8F-4AB2F43676C0}" dt="2026-05-05T03:59:31.847" v="2111" actId="1076"/>
          <ac:spMkLst>
            <pc:docMk/>
            <pc:sldMk cId="0" sldId="260"/>
            <ac:spMk id="3" creationId="{C80279AE-7FD4-750A-E2E0-6611498E9AAA}"/>
          </ac:spMkLst>
        </pc:spChg>
        <pc:spChg chg="add mod">
          <ac:chgData name="Samarth B S" userId="fa173c4cac905858" providerId="LiveId" clId="{7E64215B-F4D5-4C48-9A8F-4AB2F43676C0}" dt="2026-05-05T07:26:38.574" v="2222" actId="14100"/>
          <ac:spMkLst>
            <pc:docMk/>
            <pc:sldMk cId="0" sldId="260"/>
            <ac:spMk id="4" creationId="{DE65DE7C-9776-20A8-6A2A-12D13D0B5F23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8" creationId="{1E5BCC5D-55C3-2E54-85BA-095B762EF931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9" creationId="{632B8087-029A-2A42-2A55-0E1AE781838A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17" creationId="{452E0863-6B32-E7CF-5492-E2C754D0EC7D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18" creationId="{B7A9E2E8-6E48-5B19-B037-CD6D52A83DE7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19" creationId="{B9339731-60DE-987E-86F0-0BADFEAEE3DF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30" creationId="{FD05E4DF-1BF6-339F-A25F-C3B38EC4BC69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33" creationId="{7A5F0F98-B762-06C9-1AF5-BDA98A19C6DB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47" creationId="{F431BC26-8F40-8020-1D27-8FF41B942289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50" creationId="{4B8FCAF2-1BD3-B395-B03C-345B9D758637}"/>
          </ac:spMkLst>
        </pc:spChg>
        <pc:spChg chg="add mod">
          <ac:chgData name="Samarth B S" userId="fa173c4cac905858" providerId="LiveId" clId="{7E64215B-F4D5-4C48-9A8F-4AB2F43676C0}" dt="2026-05-05T03:37:45.975" v="1328"/>
          <ac:spMkLst>
            <pc:docMk/>
            <pc:sldMk cId="0" sldId="260"/>
            <ac:spMk id="1027" creationId="{70FC758B-0825-2DE6-E142-CEA0E3A72E94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40" creationId="{1DE93BF5-625D-636B-595F-A8B7C9B777BF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46" creationId="{810777AA-9E13-8290-1FA1-6095C7607CB2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67" creationId="{620FDF85-CED4-40AE-2C62-8F0A773C0A98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74" creationId="{44DCD7F1-37A4-0AC7-E596-66668AD50E58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76" creationId="{A3B851F2-4CEE-3CBA-DF16-6899C149191B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83" creationId="{60D7CAFE-F6EA-4327-E2FB-02DD933FCD5E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95" creationId="{B94FB8CE-01C3-C0F5-2B53-C80A889467E4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96" creationId="{5600526D-83F1-8853-F665-7FADC6A1128A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099" creationId="{FFFAAC8B-AEC1-3AC7-B8D2-D9747B5B7316}"/>
          </ac:spMkLst>
        </pc:spChg>
        <pc:spChg chg="add mod">
          <ac:chgData name="Samarth B S" userId="fa173c4cac905858" providerId="LiveId" clId="{7E64215B-F4D5-4C48-9A8F-4AB2F43676C0}" dt="2026-05-05T03:38:06.436" v="1330"/>
          <ac:spMkLst>
            <pc:docMk/>
            <pc:sldMk cId="0" sldId="260"/>
            <ac:spMk id="1101" creationId="{D3D6D3DC-400F-707F-6919-2E9A1C8DDD2C}"/>
          </ac:spMkLst>
        </pc:spChg>
        <pc:spChg chg="add mod">
          <ac:chgData name="Samarth B S" userId="fa173c4cac905858" providerId="LiveId" clId="{7E64215B-F4D5-4C48-9A8F-4AB2F43676C0}" dt="2026-05-05T03:39:06.532" v="1331"/>
          <ac:spMkLst>
            <pc:docMk/>
            <pc:sldMk cId="0" sldId="260"/>
            <ac:spMk id="1106" creationId="{0C42E624-94A3-0048-07B6-CBE604DBE742}"/>
          </ac:spMkLst>
        </pc:spChg>
        <pc:spChg chg="mod">
          <ac:chgData name="Samarth B S" userId="fa173c4cac905858" providerId="LiveId" clId="{7E64215B-F4D5-4C48-9A8F-4AB2F43676C0}" dt="2026-05-05T03:40:04.631" v="1345" actId="122"/>
          <ac:spMkLst>
            <pc:docMk/>
            <pc:sldMk cId="0" sldId="260"/>
            <ac:spMk id="1107" creationId="{15C82BD4-B776-71F9-EE91-B7BB9A73D11A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08" creationId="{8C2EA723-84BC-D048-C2DF-DA1E1FFA9A66}"/>
          </ac:spMkLst>
        </pc:spChg>
        <pc:spChg chg="mod">
          <ac:chgData name="Samarth B S" userId="fa173c4cac905858" providerId="LiveId" clId="{7E64215B-F4D5-4C48-9A8F-4AB2F43676C0}" dt="2026-05-05T03:40:04.631" v="1345" actId="122"/>
          <ac:spMkLst>
            <pc:docMk/>
            <pc:sldMk cId="0" sldId="260"/>
            <ac:spMk id="1110" creationId="{E28807B2-45D0-6572-FF49-3F63565C12BD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1" creationId="{6498F44D-6C32-7E0B-4D1C-2D6F9174BDE8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2" creationId="{CADC7C15-6158-CF5E-639E-DE644A7EB12B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3" creationId="{D320307E-1236-4382-EE20-417A284FA3EA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4" creationId="{C81EFB3C-83A5-FBF3-BCC4-328EE9D451FF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5" creationId="{2B61FA09-704D-6883-4FFA-7CE173B30695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6" creationId="{97AD48E8-4856-ADC5-27F3-CFA484489D84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7" creationId="{BB19B95E-36B0-1164-2911-26B78D0AE2F2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8" creationId="{576A79C2-6E1E-417E-BB2B-E7C33FFCE22D}"/>
          </ac:spMkLst>
        </pc:spChg>
        <pc:spChg chg="add del mod">
          <ac:chgData name="Samarth B S" userId="fa173c4cac905858" providerId="LiveId" clId="{7E64215B-F4D5-4C48-9A8F-4AB2F43676C0}" dt="2026-05-05T03:40:05.879" v="1346" actId="478"/>
          <ac:spMkLst>
            <pc:docMk/>
            <pc:sldMk cId="0" sldId="260"/>
            <ac:spMk id="1119" creationId="{EB7377E5-C5F6-7E80-FE32-5D29A0BD0B9E}"/>
          </ac:spMkLst>
        </pc:spChg>
        <pc:spChg chg="mod">
          <ac:chgData name="Samarth B S" userId="fa173c4cac905858" providerId="LiveId" clId="{7E64215B-F4D5-4C48-9A8F-4AB2F43676C0}" dt="2026-05-05T03:40:04.631" v="1345" actId="122"/>
          <ac:spMkLst>
            <pc:docMk/>
            <pc:sldMk cId="0" sldId="260"/>
            <ac:spMk id="1120" creationId="{FBF3A78A-20E4-4BA8-5EBB-CB5F65D72AEE}"/>
          </ac:spMkLst>
        </pc:spChg>
        <pc:spChg chg="add del mod">
          <ac:chgData name="Samarth B S" userId="fa173c4cac905858" providerId="LiveId" clId="{7E64215B-F4D5-4C48-9A8F-4AB2F43676C0}" dt="2026-05-05T03:40:38.447" v="1366" actId="478"/>
          <ac:spMkLst>
            <pc:docMk/>
            <pc:sldMk cId="0" sldId="260"/>
            <ac:spMk id="1121" creationId="{FBF7421E-DF58-4EEC-A865-0907B62EEA45}"/>
          </ac:spMkLst>
        </pc:spChg>
        <pc:spChg chg="add mod">
          <ac:chgData name="Samarth B S" userId="fa173c4cac905858" providerId="LiveId" clId="{7E64215B-F4D5-4C48-9A8F-4AB2F43676C0}" dt="2026-05-05T03:51:19.158" v="1826" actId="14100"/>
          <ac:spMkLst>
            <pc:docMk/>
            <pc:sldMk cId="0" sldId="260"/>
            <ac:spMk id="1122" creationId="{37DF64AF-B21E-3DED-1B30-ADAF707F6821}"/>
          </ac:spMkLst>
        </pc:spChg>
        <pc:spChg chg="add del mod">
          <ac:chgData name="Samarth B S" userId="fa173c4cac905858" providerId="LiveId" clId="{7E64215B-F4D5-4C48-9A8F-4AB2F43676C0}" dt="2026-05-05T03:42:05.624" v="1372" actId="478"/>
          <ac:spMkLst>
            <pc:docMk/>
            <pc:sldMk cId="0" sldId="260"/>
            <ac:spMk id="1123" creationId="{A66DAFD0-FE4E-D4B6-FD89-E2182B5CE2E0}"/>
          </ac:spMkLst>
        </pc:spChg>
        <pc:spChg chg="add mod">
          <ac:chgData name="Samarth B S" userId="fa173c4cac905858" providerId="LiveId" clId="{7E64215B-F4D5-4C48-9A8F-4AB2F43676C0}" dt="2026-05-05T04:02:10.308" v="2131" actId="20577"/>
          <ac:spMkLst>
            <pc:docMk/>
            <pc:sldMk cId="0" sldId="260"/>
            <ac:spMk id="1124" creationId="{D852B560-84EA-D164-1E98-5379BC0AF0CA}"/>
          </ac:spMkLst>
        </pc:spChg>
        <pc:spChg chg="mod">
          <ac:chgData name="Samarth B S" userId="fa173c4cac905858" providerId="LiveId" clId="{7E64215B-F4D5-4C48-9A8F-4AB2F43676C0}" dt="2026-05-05T03:51:30.626" v="1827" actId="1076"/>
          <ac:spMkLst>
            <pc:docMk/>
            <pc:sldMk cId="0" sldId="260"/>
            <ac:spMk id="1125" creationId="{414D489F-E442-C714-D9D0-FD2EB4E74735}"/>
          </ac:spMkLst>
        </pc:spChg>
        <pc:spChg chg="mod">
          <ac:chgData name="Samarth B S" userId="fa173c4cac905858" providerId="LiveId" clId="{7E64215B-F4D5-4C48-9A8F-4AB2F43676C0}" dt="2026-05-05T03:51:30.626" v="1827" actId="1076"/>
          <ac:spMkLst>
            <pc:docMk/>
            <pc:sldMk cId="0" sldId="260"/>
            <ac:spMk id="1126" creationId="{4B03BEDE-8BB6-34A8-AC40-D1D621B7713C}"/>
          </ac:spMkLst>
        </pc:spChg>
        <pc:spChg chg="del">
          <ac:chgData name="Samarth B S" userId="fa173c4cac905858" providerId="LiveId" clId="{7E64215B-F4D5-4C48-9A8F-4AB2F43676C0}" dt="2026-05-05T03:45:12.185" v="1674" actId="478"/>
          <ac:spMkLst>
            <pc:docMk/>
            <pc:sldMk cId="0" sldId="260"/>
            <ac:spMk id="1127" creationId="{DFDA9F88-9FD8-CE64-DC44-1ACCE00008B2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28" creationId="{948B738D-2877-42C1-19F2-D734FF97E74F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29" creationId="{F3CDF18B-90BD-7CBC-0D7C-143DC3F474CE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33" creationId="{B21024C4-4895-E774-B117-3854A6D98DC0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39" creationId="{2894D752-8FA8-9CA1-C873-60657858ECFB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40" creationId="{FEEAF8CB-C089-5B64-C8CE-043D2EE4F94E}"/>
          </ac:spMkLst>
        </pc:spChg>
        <pc:spChg chg="del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42" creationId="{4E93B734-C21D-5285-FA88-72A49023C0F5}"/>
          </ac:spMkLst>
        </pc:spChg>
        <pc:spChg chg="add del mod">
          <ac:chgData name="Samarth B S" userId="fa173c4cac905858" providerId="LiveId" clId="{7E64215B-F4D5-4C48-9A8F-4AB2F43676C0}" dt="2026-05-05T03:45:17.163" v="1677" actId="478"/>
          <ac:spMkLst>
            <pc:docMk/>
            <pc:sldMk cId="0" sldId="260"/>
            <ac:spMk id="1143" creationId="{1339DFB2-67B6-073D-8266-F7AE100FE90B}"/>
          </ac:spMkLst>
        </pc:spChg>
        <pc:spChg chg="add del mod">
          <ac:chgData name="Samarth B S" userId="fa173c4cac905858" providerId="LiveId" clId="{7E64215B-F4D5-4C48-9A8F-4AB2F43676C0}" dt="2026-05-05T03:44:02.914" v="1555" actId="478"/>
          <ac:spMkLst>
            <pc:docMk/>
            <pc:sldMk cId="0" sldId="260"/>
            <ac:spMk id="1144" creationId="{B21C8ABF-4157-09C7-10CD-1620552B0032}"/>
          </ac:spMkLst>
        </pc:spChg>
        <pc:spChg chg="del">
          <ac:chgData name="Samarth B S" userId="fa173c4cac905858" providerId="LiveId" clId="{7E64215B-F4D5-4C48-9A8F-4AB2F43676C0}" dt="2026-05-05T03:44:03.972" v="1556" actId="478"/>
          <ac:spMkLst>
            <pc:docMk/>
            <pc:sldMk cId="0" sldId="260"/>
            <ac:spMk id="1145" creationId="{8AF7C0EA-3F3A-2DAB-7675-1B619B7F9BDA}"/>
          </ac:spMkLst>
        </pc:spChg>
        <pc:spChg chg="del">
          <ac:chgData name="Samarth B S" userId="fa173c4cac905858" providerId="LiveId" clId="{7E64215B-F4D5-4C48-9A8F-4AB2F43676C0}" dt="2026-05-05T03:45:15.114" v="1676" actId="478"/>
          <ac:spMkLst>
            <pc:docMk/>
            <pc:sldMk cId="0" sldId="260"/>
            <ac:spMk id="1146" creationId="{7E5910AA-3C5F-1FF1-5505-4ABA0528D8AA}"/>
          </ac:spMkLst>
        </pc:spChg>
        <pc:spChg chg="add mod">
          <ac:chgData name="Samarth B S" userId="fa173c4cac905858" providerId="LiveId" clId="{7E64215B-F4D5-4C48-9A8F-4AB2F43676C0}" dt="2026-05-05T07:31:59.697" v="2244" actId="1076"/>
          <ac:spMkLst>
            <pc:docMk/>
            <pc:sldMk cId="0" sldId="260"/>
            <ac:spMk id="1161" creationId="{7B682C67-5242-AC67-C906-A872307A8B4D}"/>
          </ac:spMkLst>
        </pc:spChg>
        <pc:spChg chg="add mod">
          <ac:chgData name="Samarth B S" userId="fa173c4cac905858" providerId="LiveId" clId="{7E64215B-F4D5-4C48-9A8F-4AB2F43676C0}" dt="2026-05-05T03:57:05.761" v="1992" actId="20577"/>
          <ac:spMkLst>
            <pc:docMk/>
            <pc:sldMk cId="0" sldId="260"/>
            <ac:spMk id="1162" creationId="{18AA8E34-727C-D34C-E0E7-0ABF34FA2494}"/>
          </ac:spMkLst>
        </pc:spChg>
        <pc:spChg chg="add mod">
          <ac:chgData name="Samarth B S" userId="fa173c4cac905858" providerId="LiveId" clId="{7E64215B-F4D5-4C48-9A8F-4AB2F43676C0}" dt="2026-05-05T03:54:45.358" v="1901" actId="1076"/>
          <ac:spMkLst>
            <pc:docMk/>
            <pc:sldMk cId="0" sldId="260"/>
            <ac:spMk id="1163" creationId="{75E1CDBA-6A3E-6D71-6745-D02D42568275}"/>
          </ac:spMkLst>
        </pc:spChg>
        <pc:spChg chg="add mod">
          <ac:chgData name="Samarth B S" userId="fa173c4cac905858" providerId="LiveId" clId="{7E64215B-F4D5-4C48-9A8F-4AB2F43676C0}" dt="2026-05-05T03:57:01.472" v="1991" actId="20577"/>
          <ac:spMkLst>
            <pc:docMk/>
            <pc:sldMk cId="0" sldId="260"/>
            <ac:spMk id="1164" creationId="{BDB1B343-8A97-75A3-723C-FE40F75D7CB5}"/>
          </ac:spMkLst>
        </pc:spChg>
        <pc:spChg chg="add mod">
          <ac:chgData name="Samarth B S" userId="fa173c4cac905858" providerId="LiveId" clId="{7E64215B-F4D5-4C48-9A8F-4AB2F43676C0}" dt="2026-05-05T03:54:31.649" v="1897"/>
          <ac:spMkLst>
            <pc:docMk/>
            <pc:sldMk cId="0" sldId="260"/>
            <ac:spMk id="1175" creationId="{D8B511F6-437B-DFCA-6839-AFC73044BBE6}"/>
          </ac:spMkLst>
        </pc:spChg>
        <pc:spChg chg="add mod">
          <ac:chgData name="Samarth B S" userId="fa173c4cac905858" providerId="LiveId" clId="{7E64215B-F4D5-4C48-9A8F-4AB2F43676C0}" dt="2026-05-05T03:57:23.011" v="2013" actId="404"/>
          <ac:spMkLst>
            <pc:docMk/>
            <pc:sldMk cId="0" sldId="260"/>
            <ac:spMk id="1176" creationId="{729FCBA6-788C-A4CD-E450-6D2865765489}"/>
          </ac:spMkLst>
        </pc:spChg>
        <pc:spChg chg="add mod">
          <ac:chgData name="Samarth B S" userId="fa173c4cac905858" providerId="LiveId" clId="{7E64215B-F4D5-4C48-9A8F-4AB2F43676C0}" dt="2026-05-05T03:56:14.990" v="1938" actId="20577"/>
          <ac:spMkLst>
            <pc:docMk/>
            <pc:sldMk cId="0" sldId="260"/>
            <ac:spMk id="1182" creationId="{71F40444-2179-5571-F978-9E4AC2CEA499}"/>
          </ac:spMkLst>
        </pc:spChg>
        <pc:spChg chg="add mod">
          <ac:chgData name="Samarth B S" userId="fa173c4cac905858" providerId="LiveId" clId="{7E64215B-F4D5-4C48-9A8F-4AB2F43676C0}" dt="2026-05-05T04:04:15.332" v="2136" actId="14100"/>
          <ac:spMkLst>
            <pc:docMk/>
            <pc:sldMk cId="0" sldId="260"/>
            <ac:spMk id="1184" creationId="{B775A98E-0A87-F2D8-5D12-E35E7CEF599A}"/>
          </ac:spMkLst>
        </pc:spChg>
        <pc:spChg chg="mod">
          <ac:chgData name="Samarth B S" userId="fa173c4cac905858" providerId="LiveId" clId="{7E64215B-F4D5-4C48-9A8F-4AB2F43676C0}" dt="2026-05-05T03:58:14.978" v="2050" actId="20577"/>
          <ac:spMkLst>
            <pc:docMk/>
            <pc:sldMk cId="0" sldId="260"/>
            <ac:spMk id="1185" creationId="{5B9D4944-D3DE-E1B3-F296-CC8BCF1930AB}"/>
          </ac:spMkLst>
        </pc:spChg>
        <pc:spChg chg="add mod">
          <ac:chgData name="Samarth B S" userId="fa173c4cac905858" providerId="LiveId" clId="{7E64215B-F4D5-4C48-9A8F-4AB2F43676C0}" dt="2026-05-05T03:58:06.203" v="2018" actId="1076"/>
          <ac:spMkLst>
            <pc:docMk/>
            <pc:sldMk cId="0" sldId="260"/>
            <ac:spMk id="1187" creationId="{CCA0E5DB-9495-EB99-4333-91944904BC7A}"/>
          </ac:spMkLst>
        </pc:spChg>
        <pc:spChg chg="mod">
          <ac:chgData name="Samarth B S" userId="fa173c4cac905858" providerId="LiveId" clId="{7E64215B-F4D5-4C48-9A8F-4AB2F43676C0}" dt="2026-05-05T03:58:34.159" v="2098" actId="1037"/>
          <ac:spMkLst>
            <pc:docMk/>
            <pc:sldMk cId="0" sldId="260"/>
            <ac:spMk id="1189" creationId="{6E84B6ED-F719-44A7-A774-38D4B5178F28}"/>
          </ac:spMkLst>
        </pc:spChg>
        <pc:spChg chg="mod">
          <ac:chgData name="Samarth B S" userId="fa173c4cac905858" providerId="LiveId" clId="{7E64215B-F4D5-4C48-9A8F-4AB2F43676C0}" dt="2026-05-05T03:58:28.489" v="2071" actId="1037"/>
          <ac:spMkLst>
            <pc:docMk/>
            <pc:sldMk cId="0" sldId="260"/>
            <ac:spMk id="1190" creationId="{389D07F1-E850-D3AB-1EC6-35058F82EB2E}"/>
          </ac:spMkLst>
        </pc:spChg>
        <pc:spChg chg="mod">
          <ac:chgData name="Samarth B S" userId="fa173c4cac905858" providerId="LiveId" clId="{7E64215B-F4D5-4C48-9A8F-4AB2F43676C0}" dt="2026-05-05T03:58:28.489" v="2071" actId="1037"/>
          <ac:spMkLst>
            <pc:docMk/>
            <pc:sldMk cId="0" sldId="260"/>
            <ac:spMk id="1191" creationId="{9895594F-7FBB-C87D-1291-3C8D37ECBAE7}"/>
          </ac:spMkLst>
        </pc:spChg>
        <pc:spChg chg="add mod">
          <ac:chgData name="Samarth B S" userId="fa173c4cac905858" providerId="LiveId" clId="{7E64215B-F4D5-4C48-9A8F-4AB2F43676C0}" dt="2026-05-05T03:58:44.308" v="2101" actId="1076"/>
          <ac:spMkLst>
            <pc:docMk/>
            <pc:sldMk cId="0" sldId="260"/>
            <ac:spMk id="1194" creationId="{3AB12244-06D1-0271-A729-E7DB5512C2A2}"/>
          </ac:spMkLst>
        </pc:spChg>
        <pc:spChg chg="mod">
          <ac:chgData name="Samarth B S" userId="fa173c4cac905858" providerId="LiveId" clId="{7E64215B-F4D5-4C48-9A8F-4AB2F43676C0}" dt="2026-05-05T03:58:51.661" v="2102" actId="1076"/>
          <ac:spMkLst>
            <pc:docMk/>
            <pc:sldMk cId="0" sldId="260"/>
            <ac:spMk id="1195" creationId="{368AB2E6-5B26-EB76-B6CD-CA80217B114D}"/>
          </ac:spMkLst>
        </pc:spChg>
        <pc:spChg chg="add mod">
          <ac:chgData name="Samarth B S" userId="fa173c4cac905858" providerId="LiveId" clId="{7E64215B-F4D5-4C48-9A8F-4AB2F43676C0}" dt="2026-05-05T03:58:51.661" v="2102" actId="1076"/>
          <ac:spMkLst>
            <pc:docMk/>
            <pc:sldMk cId="0" sldId="260"/>
            <ac:spMk id="1197" creationId="{D80C2421-CC46-9DDF-A36A-A10E4CFAEAD9}"/>
          </ac:spMkLst>
        </pc:spChg>
        <pc:spChg chg="add mod">
          <ac:chgData name="Samarth B S" userId="fa173c4cac905858" providerId="LiveId" clId="{7E64215B-F4D5-4C48-9A8F-4AB2F43676C0}" dt="2026-05-05T03:59:03.629" v="2105" actId="1076"/>
          <ac:spMkLst>
            <pc:docMk/>
            <pc:sldMk cId="0" sldId="260"/>
            <ac:spMk id="1198" creationId="{58E82C7D-B5B7-ABCB-3000-368CDCC54A7F}"/>
          </ac:spMkLst>
        </pc:spChg>
        <pc:spChg chg="mod">
          <ac:chgData name="Samarth B S" userId="fa173c4cac905858" providerId="LiveId" clId="{7E64215B-F4D5-4C48-9A8F-4AB2F43676C0}" dt="2026-05-05T03:59:03.629" v="2105" actId="1076"/>
          <ac:spMkLst>
            <pc:docMk/>
            <pc:sldMk cId="0" sldId="260"/>
            <ac:spMk id="1199" creationId="{CA4917EA-795B-1CE1-899A-DDABAE30CE85}"/>
          </ac:spMkLst>
        </pc:spChg>
        <pc:spChg chg="add mod">
          <ac:chgData name="Samarth B S" userId="fa173c4cac905858" providerId="LiveId" clId="{7E64215B-F4D5-4C48-9A8F-4AB2F43676C0}" dt="2026-05-05T03:59:03.629" v="2105" actId="1076"/>
          <ac:spMkLst>
            <pc:docMk/>
            <pc:sldMk cId="0" sldId="260"/>
            <ac:spMk id="1200" creationId="{3C812B3B-992F-19A1-9853-8DE0E5006C43}"/>
          </ac:spMkLst>
        </pc:spChg>
        <pc:spChg chg="mod">
          <ac:chgData name="Samarth B S" userId="fa173c4cac905858" providerId="LiveId" clId="{7E64215B-F4D5-4C48-9A8F-4AB2F43676C0}" dt="2026-05-05T03:59:13.827" v="2106" actId="1076"/>
          <ac:spMkLst>
            <pc:docMk/>
            <pc:sldMk cId="0" sldId="260"/>
            <ac:spMk id="1201" creationId="{0C2446EB-4D90-366A-79EB-DA114D717296}"/>
          </ac:spMkLst>
        </pc:spChg>
        <pc:spChg chg="add mod">
          <ac:chgData name="Samarth B S" userId="fa173c4cac905858" providerId="LiveId" clId="{7E64215B-F4D5-4C48-9A8F-4AB2F43676C0}" dt="2026-05-05T03:59:13.827" v="2106" actId="1076"/>
          <ac:spMkLst>
            <pc:docMk/>
            <pc:sldMk cId="0" sldId="260"/>
            <ac:spMk id="1202" creationId="{B00907DB-D029-9420-3B1F-C0E409858302}"/>
          </ac:spMkLst>
        </pc:spChg>
        <pc:spChg chg="add mod">
          <ac:chgData name="Samarth B S" userId="fa173c4cac905858" providerId="LiveId" clId="{7E64215B-F4D5-4C48-9A8F-4AB2F43676C0}" dt="2026-05-05T03:59:13.827" v="2106" actId="1076"/>
          <ac:spMkLst>
            <pc:docMk/>
            <pc:sldMk cId="0" sldId="260"/>
            <ac:spMk id="1203" creationId="{D23C155E-51BC-2A12-A834-E4E3E39C3D8A}"/>
          </ac:spMkLst>
        </pc:spChg>
        <pc:spChg chg="mod">
          <ac:chgData name="Samarth B S" userId="fa173c4cac905858" providerId="LiveId" clId="{7E64215B-F4D5-4C48-9A8F-4AB2F43676C0}" dt="2026-05-05T03:59:19.108" v="2107" actId="1076"/>
          <ac:spMkLst>
            <pc:docMk/>
            <pc:sldMk cId="0" sldId="260"/>
            <ac:spMk id="1204" creationId="{A61F416B-64E8-020D-0BEF-8BB721DF3C8A}"/>
          </ac:spMkLst>
        </pc:spChg>
        <pc:spChg chg="add mod">
          <ac:chgData name="Samarth B S" userId="fa173c4cac905858" providerId="LiveId" clId="{7E64215B-F4D5-4C48-9A8F-4AB2F43676C0}" dt="2026-05-05T03:59:19.108" v="2107" actId="1076"/>
          <ac:spMkLst>
            <pc:docMk/>
            <pc:sldMk cId="0" sldId="260"/>
            <ac:spMk id="1205" creationId="{49D9766A-D59A-B271-BC51-F66F83FC8AF6}"/>
          </ac:spMkLst>
        </pc:spChg>
        <pc:spChg chg="add mod">
          <ac:chgData name="Samarth B S" userId="fa173c4cac905858" providerId="LiveId" clId="{7E64215B-F4D5-4C48-9A8F-4AB2F43676C0}" dt="2026-05-05T03:59:19.108" v="2107" actId="1076"/>
          <ac:spMkLst>
            <pc:docMk/>
            <pc:sldMk cId="0" sldId="260"/>
            <ac:spMk id="1206" creationId="{52C87657-E666-0863-E771-8B7579BC4712}"/>
          </ac:spMkLst>
        </pc:spChg>
        <pc:spChg chg="mod">
          <ac:chgData name="Samarth B S" userId="fa173c4cac905858" providerId="LiveId" clId="{7E64215B-F4D5-4C48-9A8F-4AB2F43676C0}" dt="2026-05-05T04:01:49.330" v="2129" actId="1076"/>
          <ac:spMkLst>
            <pc:docMk/>
            <pc:sldMk cId="0" sldId="260"/>
            <ac:spMk id="1207" creationId="{5EB2D11F-21CC-4324-199F-0C23B9CEB921}"/>
          </ac:spMkLst>
        </pc:spChg>
        <pc:spChg chg="mod">
          <ac:chgData name="Samarth B S" userId="fa173c4cac905858" providerId="LiveId" clId="{7E64215B-F4D5-4C48-9A8F-4AB2F43676C0}" dt="2026-05-05T04:01:49.330" v="2129" actId="1076"/>
          <ac:spMkLst>
            <pc:docMk/>
            <pc:sldMk cId="0" sldId="260"/>
            <ac:spMk id="1208" creationId="{1B31C8EC-13FB-6E25-4369-1C49797F3F88}"/>
          </ac:spMkLst>
        </pc:spChg>
        <pc:spChg chg="mod">
          <ac:chgData name="Samarth B S" userId="fa173c4cac905858" providerId="LiveId" clId="{7E64215B-F4D5-4C48-9A8F-4AB2F43676C0}" dt="2026-05-05T04:01:49.330" v="2129" actId="1076"/>
          <ac:spMkLst>
            <pc:docMk/>
            <pc:sldMk cId="0" sldId="260"/>
            <ac:spMk id="1209" creationId="{6A70D8FF-EF64-04E7-ACD1-24D676911637}"/>
          </ac:spMkLst>
        </pc:spChg>
        <pc:spChg chg="add del mod">
          <ac:chgData name="Samarth B S" userId="fa173c4cac905858" providerId="LiveId" clId="{7E64215B-F4D5-4C48-9A8F-4AB2F43676C0}" dt="2026-05-05T07:26:10.403" v="2214" actId="478"/>
          <ac:spMkLst>
            <pc:docMk/>
            <pc:sldMk cId="0" sldId="260"/>
            <ac:spMk id="1214" creationId="{E3E6DEDD-7D47-D1F5-15DD-5E9BD935DF5B}"/>
          </ac:spMkLst>
        </pc:spChg>
        <pc:picChg chg="add del mod">
          <ac:chgData name="Samarth B S" userId="fa173c4cac905858" providerId="LiveId" clId="{7E64215B-F4D5-4C48-9A8F-4AB2F43676C0}" dt="2026-05-05T03:39:09.960" v="1332" actId="478"/>
          <ac:picMkLst>
            <pc:docMk/>
            <pc:sldMk cId="0" sldId="260"/>
            <ac:picMk id="1080" creationId="{00000000-0000-0000-0000-000000000000}"/>
          </ac:picMkLst>
        </pc:picChg>
        <pc:cxnChg chg="del mod">
          <ac:chgData name="Samarth B S" userId="fa173c4cac905858" providerId="LiveId" clId="{7E64215B-F4D5-4C48-9A8F-4AB2F43676C0}" dt="2026-05-05T03:45:17.163" v="1677" actId="478"/>
          <ac:cxnSpMkLst>
            <pc:docMk/>
            <pc:sldMk cId="0" sldId="260"/>
            <ac:cxnSpMk id="1131" creationId="{32AA3BA4-AA3C-16C0-EF80-B4B03F4B21BC}"/>
          </ac:cxnSpMkLst>
        </pc:cxnChg>
        <pc:cxnChg chg="del mod">
          <ac:chgData name="Samarth B S" userId="fa173c4cac905858" providerId="LiveId" clId="{7E64215B-F4D5-4C48-9A8F-4AB2F43676C0}" dt="2026-05-05T03:45:17.163" v="1677" actId="478"/>
          <ac:cxnSpMkLst>
            <pc:docMk/>
            <pc:sldMk cId="0" sldId="260"/>
            <ac:cxnSpMk id="1132" creationId="{51E4EE35-C3E5-8535-9FF6-C64A0A338A57}"/>
          </ac:cxnSpMkLst>
        </pc:cxnChg>
        <pc:cxnChg chg="mod">
          <ac:chgData name="Samarth B S" userId="fa173c4cac905858" providerId="LiveId" clId="{7E64215B-F4D5-4C48-9A8F-4AB2F43676C0}" dt="2026-05-05T03:51:30.626" v="1827" actId="1076"/>
          <ac:cxnSpMkLst>
            <pc:docMk/>
            <pc:sldMk cId="0" sldId="260"/>
            <ac:cxnSpMk id="1134" creationId="{B5F14B7C-BB48-61BA-D5DA-061785862E53}"/>
          </ac:cxnSpMkLst>
        </pc:cxnChg>
        <pc:cxnChg chg="del mod">
          <ac:chgData name="Samarth B S" userId="fa173c4cac905858" providerId="LiveId" clId="{7E64215B-F4D5-4C48-9A8F-4AB2F43676C0}" dt="2026-05-05T07:26:24.769" v="2218" actId="478"/>
          <ac:cxnSpMkLst>
            <pc:docMk/>
            <pc:sldMk cId="0" sldId="260"/>
            <ac:cxnSpMk id="1135" creationId="{795FF202-0293-3BF2-0A68-914311A00FF4}"/>
          </ac:cxnSpMkLst>
        </pc:cxnChg>
        <pc:cxnChg chg="del mod">
          <ac:chgData name="Samarth B S" userId="fa173c4cac905858" providerId="LiveId" clId="{7E64215B-F4D5-4C48-9A8F-4AB2F43676C0}" dt="2026-05-05T03:45:13.790" v="1675" actId="478"/>
          <ac:cxnSpMkLst>
            <pc:docMk/>
            <pc:sldMk cId="0" sldId="260"/>
            <ac:cxnSpMk id="1136" creationId="{1EC6D84B-47FF-745C-1915-FCACF8782761}"/>
          </ac:cxnSpMkLst>
        </pc:cxnChg>
        <pc:cxnChg chg="mod">
          <ac:chgData name="Samarth B S" userId="fa173c4cac905858" providerId="LiveId" clId="{7E64215B-F4D5-4C48-9A8F-4AB2F43676C0}" dt="2026-05-05T03:45:12.185" v="1674" actId="478"/>
          <ac:cxnSpMkLst>
            <pc:docMk/>
            <pc:sldMk cId="0" sldId="260"/>
            <ac:cxnSpMk id="1138" creationId="{B58050DA-521F-6BB0-3077-2859E8BC723C}"/>
          </ac:cxnSpMkLst>
        </pc:cxnChg>
        <pc:cxnChg chg="del mod">
          <ac:chgData name="Samarth B S" userId="fa173c4cac905858" providerId="LiveId" clId="{7E64215B-F4D5-4C48-9A8F-4AB2F43676C0}" dt="2026-05-05T03:45:17.163" v="1677" actId="478"/>
          <ac:cxnSpMkLst>
            <pc:docMk/>
            <pc:sldMk cId="0" sldId="260"/>
            <ac:cxnSpMk id="1141" creationId="{BDC8897D-DD65-B90D-3645-2567F249CC87}"/>
          </ac:cxnSpMkLst>
        </pc:cxnChg>
        <pc:cxnChg chg="add mod">
          <ac:chgData name="Samarth B S" userId="fa173c4cac905858" providerId="LiveId" clId="{7E64215B-F4D5-4C48-9A8F-4AB2F43676C0}" dt="2026-05-05T03:54:45.358" v="1901" actId="1076"/>
          <ac:cxnSpMkLst>
            <pc:docMk/>
            <pc:sldMk cId="0" sldId="260"/>
            <ac:cxnSpMk id="1165" creationId="{81AEC3D7-86C0-9742-92B7-3FD4FD5B7BA9}"/>
          </ac:cxnSpMkLst>
        </pc:cxnChg>
        <pc:cxnChg chg="add mod">
          <ac:chgData name="Samarth B S" userId="fa173c4cac905858" providerId="LiveId" clId="{7E64215B-F4D5-4C48-9A8F-4AB2F43676C0}" dt="2026-05-05T03:54:54.868" v="1902" actId="1076"/>
          <ac:cxnSpMkLst>
            <pc:docMk/>
            <pc:sldMk cId="0" sldId="260"/>
            <ac:cxnSpMk id="1166" creationId="{CF27350C-3B93-C6BD-F3EE-28698EB58FF7}"/>
          </ac:cxnSpMkLst>
        </pc:cxnChg>
        <pc:cxnChg chg="add mod">
          <ac:chgData name="Samarth B S" userId="fa173c4cac905858" providerId="LiveId" clId="{7E64215B-F4D5-4C48-9A8F-4AB2F43676C0}" dt="2026-05-05T03:55:05.234" v="1904" actId="14100"/>
          <ac:cxnSpMkLst>
            <pc:docMk/>
            <pc:sldMk cId="0" sldId="260"/>
            <ac:cxnSpMk id="1177" creationId="{346C7B38-899E-047E-2338-7D608CF11614}"/>
          </ac:cxnSpMkLst>
        </pc:cxnChg>
        <pc:cxnChg chg="add mod">
          <ac:chgData name="Samarth B S" userId="fa173c4cac905858" providerId="LiveId" clId="{7E64215B-F4D5-4C48-9A8F-4AB2F43676C0}" dt="2026-05-05T03:56:03.275" v="1935" actId="1076"/>
          <ac:cxnSpMkLst>
            <pc:docMk/>
            <pc:sldMk cId="0" sldId="260"/>
            <ac:cxnSpMk id="1183" creationId="{93A87C4B-D4CD-F14E-39FD-BB940AB14E62}"/>
          </ac:cxnSpMkLst>
        </pc:cxnChg>
        <pc:cxnChg chg="add del mod">
          <ac:chgData name="Samarth B S" userId="fa173c4cac905858" providerId="LiveId" clId="{7E64215B-F4D5-4C48-9A8F-4AB2F43676C0}" dt="2026-05-05T04:01:04.650" v="2124" actId="478"/>
          <ac:cxnSpMkLst>
            <pc:docMk/>
            <pc:sldMk cId="0" sldId="260"/>
            <ac:cxnSpMk id="1210" creationId="{8325BC03-457F-3243-0914-4B09D9FABA8B}"/>
          </ac:cxnSpMkLst>
        </pc:cxnChg>
      </pc:sldChg>
      <pc:sldChg chg="delSp modSp del mod ord delAnim modAnim">
        <pc:chgData name="Samarth B S" userId="fa173c4cac905858" providerId="LiveId" clId="{7E64215B-F4D5-4C48-9A8F-4AB2F43676C0}" dt="2026-05-05T15:08:21.770" v="2279" actId="47"/>
        <pc:sldMkLst>
          <pc:docMk/>
          <pc:sldMk cId="0" sldId="261"/>
        </pc:sldMkLst>
        <pc:spChg chg="mod">
          <ac:chgData name="Samarth B S" userId="fa173c4cac905858" providerId="LiveId" clId="{7E64215B-F4D5-4C48-9A8F-4AB2F43676C0}" dt="2026-05-05T02:50:45.230" v="17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marth B S" userId="fa173c4cac905858" providerId="LiveId" clId="{7E64215B-F4D5-4C48-9A8F-4AB2F43676C0}" dt="2026-05-05T02:52:42.690" v="267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Samarth B S" userId="fa173c4cac905858" providerId="LiveId" clId="{7E64215B-F4D5-4C48-9A8F-4AB2F43676C0}" dt="2026-05-05T02:53:03.832" v="277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Samarth B S" userId="fa173c4cac905858" providerId="LiveId" clId="{7E64215B-F4D5-4C48-9A8F-4AB2F43676C0}" dt="2026-05-05T04:13:26.011" v="220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Samarth B S" userId="fa173c4cac905858" providerId="LiveId" clId="{7E64215B-F4D5-4C48-9A8F-4AB2F43676C0}" dt="2026-05-05T04:13:23.591" v="2204" actId="20577"/>
          <ac:spMkLst>
            <pc:docMk/>
            <pc:sldMk cId="0" sldId="261"/>
            <ac:spMk id="8" creationId="{00000000-0000-0000-0000-000000000000}"/>
          </ac:spMkLst>
        </pc:spChg>
        <pc:spChg chg="del">
          <ac:chgData name="Samarth B S" userId="fa173c4cac905858" providerId="LiveId" clId="{7E64215B-F4D5-4C48-9A8F-4AB2F43676C0}" dt="2026-05-05T02:55:36.670" v="441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marth B S" userId="fa173c4cac905858" providerId="LiveId" clId="{7E64215B-F4D5-4C48-9A8F-4AB2F43676C0}" dt="2026-05-05T02:33:48.662" v="3" actId="20577"/>
          <ac:spMkLst>
            <pc:docMk/>
            <pc:sldMk cId="0" sldId="261"/>
            <ac:spMk id="1085" creationId="{00000000-0000-0000-0000-000000000000}"/>
          </ac:spMkLst>
        </pc:spChg>
      </pc:sldChg>
      <pc:sldChg chg="addSp modSp del mod">
        <pc:chgData name="Samarth B S" userId="fa173c4cac905858" providerId="LiveId" clId="{7E64215B-F4D5-4C48-9A8F-4AB2F43676C0}" dt="2026-05-05T15:08:21.770" v="2279" actId="47"/>
        <pc:sldMkLst>
          <pc:docMk/>
          <pc:sldMk cId="0" sldId="262"/>
        </pc:sldMkLst>
        <pc:spChg chg="mod">
          <ac:chgData name="Samarth B S" userId="fa173c4cac905858" providerId="LiveId" clId="{7E64215B-F4D5-4C48-9A8F-4AB2F43676C0}" dt="2026-05-05T03:33:28.938" v="1297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33:44.338" v="1320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33:31.789" v="1298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33:44.338" v="1320" actId="1076"/>
          <ac:spMkLst>
            <pc:docMk/>
            <pc:sldMk cId="0" sldId="262"/>
            <ac:spMk id="7" creationId="{00000000-0000-0000-0000-000000000000}"/>
          </ac:spMkLst>
        </pc:spChg>
        <pc:picChg chg="add mod">
          <ac:chgData name="Samarth B S" userId="fa173c4cac905858" providerId="LiveId" clId="{7E64215B-F4D5-4C48-9A8F-4AB2F43676C0}" dt="2026-05-05T03:36:06.630" v="1326" actId="1076"/>
          <ac:picMkLst>
            <pc:docMk/>
            <pc:sldMk cId="0" sldId="262"/>
            <ac:picMk id="9" creationId="{AAFA06EC-C3C4-D5FE-8EC3-454246B119C2}"/>
          </ac:picMkLst>
        </pc:picChg>
      </pc:sldChg>
      <pc:sldChg chg="del">
        <pc:chgData name="Samarth B S" userId="fa173c4cac905858" providerId="LiveId" clId="{7E64215B-F4D5-4C48-9A8F-4AB2F43676C0}" dt="2026-05-05T15:08:21.770" v="2279" actId="47"/>
        <pc:sldMkLst>
          <pc:docMk/>
          <pc:sldMk cId="0" sldId="263"/>
        </pc:sldMkLst>
      </pc:sldChg>
      <pc:sldChg chg="del">
        <pc:chgData name="Samarth B S" userId="fa173c4cac905858" providerId="LiveId" clId="{7E64215B-F4D5-4C48-9A8F-4AB2F43676C0}" dt="2026-05-05T15:08:21.770" v="2279" actId="47"/>
        <pc:sldMkLst>
          <pc:docMk/>
          <pc:sldMk cId="0" sldId="264"/>
        </pc:sldMkLst>
      </pc:sldChg>
      <pc:sldChg chg="modSp del mod modAnim">
        <pc:chgData name="Samarth B S" userId="fa173c4cac905858" providerId="LiveId" clId="{7E64215B-F4D5-4C48-9A8F-4AB2F43676C0}" dt="2026-05-05T15:08:21.770" v="2279" actId="47"/>
        <pc:sldMkLst>
          <pc:docMk/>
          <pc:sldMk cId="0" sldId="265"/>
        </pc:sldMkLst>
        <pc:spChg chg="mod">
          <ac:chgData name="Samarth B S" userId="fa173c4cac905858" providerId="LiveId" clId="{7E64215B-F4D5-4C48-9A8F-4AB2F43676C0}" dt="2026-05-05T04:07:19.148" v="2147" actId="6549"/>
          <ac:spMkLst>
            <pc:docMk/>
            <pc:sldMk cId="0" sldId="265"/>
            <ac:spMk id="1110" creationId="{00000000-0000-0000-0000-000000000000}"/>
          </ac:spMkLst>
        </pc:spChg>
      </pc:sldChg>
      <pc:sldChg chg="delSp modSp del mod modAnim">
        <pc:chgData name="Samarth B S" userId="fa173c4cac905858" providerId="LiveId" clId="{7E64215B-F4D5-4C48-9A8F-4AB2F43676C0}" dt="2026-05-05T15:08:21.770" v="2279" actId="47"/>
        <pc:sldMkLst>
          <pc:docMk/>
          <pc:sldMk cId="0" sldId="266"/>
        </pc:sldMkLst>
        <pc:spChg chg="del">
          <ac:chgData name="Samarth B S" userId="fa173c4cac905858" providerId="LiveId" clId="{7E64215B-F4D5-4C48-9A8F-4AB2F43676C0}" dt="2026-05-05T04:07:53.738" v="2151" actId="478"/>
          <ac:spMkLst>
            <pc:docMk/>
            <pc:sldMk cId="0" sldId="266"/>
            <ac:spMk id="9" creationId="{FA0F9E07-5592-EEDD-3E6C-C72B590C96E9}"/>
          </ac:spMkLst>
        </pc:spChg>
        <pc:spChg chg="mod">
          <ac:chgData name="Samarth B S" userId="fa173c4cac905858" providerId="LiveId" clId="{7E64215B-F4D5-4C48-9A8F-4AB2F43676C0}" dt="2026-05-05T03:25:59.255" v="1244" actId="20577"/>
          <ac:spMkLst>
            <pc:docMk/>
            <pc:sldMk cId="0" sldId="266"/>
            <ac:spMk id="1116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07:59.042" v="548" actId="20577"/>
          <ac:spMkLst>
            <pc:docMk/>
            <pc:sldMk cId="0" sldId="266"/>
            <ac:spMk id="1117" creationId="{00000000-0000-0000-0000-000000000000}"/>
          </ac:spMkLst>
        </pc:spChg>
        <pc:spChg chg="mod">
          <ac:chgData name="Samarth B S" userId="fa173c4cac905858" providerId="LiveId" clId="{7E64215B-F4D5-4C48-9A8F-4AB2F43676C0}" dt="2026-05-05T04:10:02.252" v="2191" actId="1076"/>
          <ac:spMkLst>
            <pc:docMk/>
            <pc:sldMk cId="0" sldId="266"/>
            <ac:spMk id="1121" creationId="{00000000-0000-0000-0000-000000000000}"/>
          </ac:spMkLst>
        </pc:spChg>
        <pc:spChg chg="del">
          <ac:chgData name="Samarth B S" userId="fa173c4cac905858" providerId="LiveId" clId="{7E64215B-F4D5-4C48-9A8F-4AB2F43676C0}" dt="2026-05-05T04:08:35.968" v="2172" actId="478"/>
          <ac:spMkLst>
            <pc:docMk/>
            <pc:sldMk cId="0" sldId="266"/>
            <ac:spMk id="1122" creationId="{00000000-0000-0000-0000-000000000000}"/>
          </ac:spMkLst>
        </pc:spChg>
        <pc:spChg chg="del mod">
          <ac:chgData name="Samarth B S" userId="fa173c4cac905858" providerId="LiveId" clId="{7E64215B-F4D5-4C48-9A8F-4AB2F43676C0}" dt="2026-05-05T04:09:45.124" v="2188" actId="478"/>
          <ac:spMkLst>
            <pc:docMk/>
            <pc:sldMk cId="0" sldId="266"/>
            <ac:spMk id="1123" creationId="{00000000-0000-0000-0000-000000000000}"/>
          </ac:spMkLst>
        </pc:spChg>
        <pc:spChg chg="del">
          <ac:chgData name="Samarth B S" userId="fa173c4cac905858" providerId="LiveId" clId="{7E64215B-F4D5-4C48-9A8F-4AB2F43676C0}" dt="2026-05-05T04:08:25.174" v="2171" actId="478"/>
          <ac:spMkLst>
            <pc:docMk/>
            <pc:sldMk cId="0" sldId="266"/>
            <ac:spMk id="1124" creationId="{00000000-0000-0000-0000-000000000000}"/>
          </ac:spMkLst>
        </pc:spChg>
        <pc:graphicFrameChg chg="mod">
          <ac:chgData name="Samarth B S" userId="fa173c4cac905858" providerId="LiveId" clId="{7E64215B-F4D5-4C48-9A8F-4AB2F43676C0}" dt="2026-05-05T04:10:02.252" v="2191" actId="1076"/>
          <ac:graphicFrameMkLst>
            <pc:docMk/>
            <pc:sldMk cId="0" sldId="266"/>
            <ac:graphicFrameMk id="6" creationId="{4C608A86-B09A-DB94-3A70-038154191506}"/>
          </ac:graphicFrameMkLst>
        </pc:graphicFrameChg>
        <pc:graphicFrameChg chg="del mod modGraphic">
          <ac:chgData name="Samarth B S" userId="fa173c4cac905858" providerId="LiveId" clId="{7E64215B-F4D5-4C48-9A8F-4AB2F43676C0}" dt="2026-05-05T04:09:48.476" v="2189" actId="478"/>
          <ac:graphicFrameMkLst>
            <pc:docMk/>
            <pc:sldMk cId="0" sldId="266"/>
            <ac:graphicFrameMk id="8" creationId="{04CA97AB-9501-3B1D-F00A-3F80754FD4C6}"/>
          </ac:graphicFrameMkLst>
        </pc:graphicFrameChg>
        <pc:picChg chg="mod">
          <ac:chgData name="Samarth B S" userId="fa173c4cac905858" providerId="LiveId" clId="{7E64215B-F4D5-4C48-9A8F-4AB2F43676C0}" dt="2026-05-05T04:10:06.493" v="2192" actId="14100"/>
          <ac:picMkLst>
            <pc:docMk/>
            <pc:sldMk cId="0" sldId="266"/>
            <ac:picMk id="1118" creationId="{00000000-0000-0000-0000-000000000000}"/>
          </ac:picMkLst>
        </pc:picChg>
        <pc:picChg chg="del mod">
          <ac:chgData name="Samarth B S" userId="fa173c4cac905858" providerId="LiveId" clId="{7E64215B-F4D5-4C48-9A8F-4AB2F43676C0}" dt="2026-05-05T04:07:43.174" v="2148" actId="478"/>
          <ac:picMkLst>
            <pc:docMk/>
            <pc:sldMk cId="0" sldId="266"/>
            <ac:picMk id="1119" creationId="{00000000-0000-0000-0000-000000000000}"/>
          </ac:picMkLst>
        </pc:picChg>
      </pc:sldChg>
      <pc:sldChg chg="modSp del mod addAnim delAnim modAnim">
        <pc:chgData name="Samarth B S" userId="fa173c4cac905858" providerId="LiveId" clId="{7E64215B-F4D5-4C48-9A8F-4AB2F43676C0}" dt="2026-05-05T15:08:21.770" v="2279" actId="47"/>
        <pc:sldMkLst>
          <pc:docMk/>
          <pc:sldMk cId="0" sldId="268"/>
        </pc:sldMkLst>
        <pc:spChg chg="mod">
          <ac:chgData name="Samarth B S" userId="fa173c4cac905858" providerId="LiveId" clId="{7E64215B-F4D5-4C48-9A8F-4AB2F43676C0}" dt="2026-05-05T03:15:57.483" v="1010" actId="12"/>
          <ac:spMkLst>
            <pc:docMk/>
            <pc:sldMk cId="0" sldId="268"/>
            <ac:spMk id="4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6:16.652" v="1015" actId="12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5:14.621" v="98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6:29.293" v="1018" actId="12"/>
          <ac:spMkLst>
            <pc:docMk/>
            <pc:sldMk cId="0" sldId="268"/>
            <ac:spMk id="7" creationId="{00000000-0000-0000-0000-000000000000}"/>
          </ac:spMkLst>
        </pc:spChg>
      </pc:sldChg>
      <pc:sldChg chg="modSp del mod">
        <pc:chgData name="Samarth B S" userId="fa173c4cac905858" providerId="LiveId" clId="{7E64215B-F4D5-4C48-9A8F-4AB2F43676C0}" dt="2026-05-05T15:08:21.770" v="2279" actId="47"/>
        <pc:sldMkLst>
          <pc:docMk/>
          <pc:sldMk cId="0" sldId="269"/>
        </pc:sldMkLst>
        <pc:spChg chg="mod">
          <ac:chgData name="Samarth B S" userId="fa173c4cac905858" providerId="LiveId" clId="{7E64215B-F4D5-4C48-9A8F-4AB2F43676C0}" dt="2026-05-05T07:33:38.544" v="2265" actId="3626"/>
          <ac:spMkLst>
            <pc:docMk/>
            <pc:sldMk cId="0" sldId="269"/>
            <ac:spMk id="1143" creationId="{00000000-0000-0000-0000-000000000000}"/>
          </ac:spMkLst>
        </pc:spChg>
      </pc:sldChg>
      <pc:sldChg chg="del ord modAnim">
        <pc:chgData name="Samarth B S" userId="fa173c4cac905858" providerId="LiveId" clId="{7E64215B-F4D5-4C48-9A8F-4AB2F43676C0}" dt="2026-05-05T15:08:21.770" v="2279" actId="47"/>
        <pc:sldMkLst>
          <pc:docMk/>
          <pc:sldMk cId="0" sldId="270"/>
        </pc:sldMkLst>
      </pc:sldChg>
      <pc:sldChg chg="modSp del mod addAnim delAnim modAnim">
        <pc:chgData name="Samarth B S" userId="fa173c4cac905858" providerId="LiveId" clId="{7E64215B-F4D5-4C48-9A8F-4AB2F43676C0}" dt="2026-05-05T15:08:21.770" v="2279" actId="47"/>
        <pc:sldMkLst>
          <pc:docMk/>
          <pc:sldMk cId="2088643927" sldId="271"/>
        </pc:sldMkLst>
        <pc:spChg chg="mod">
          <ac:chgData name="Samarth B S" userId="fa173c4cac905858" providerId="LiveId" clId="{7E64215B-F4D5-4C48-9A8F-4AB2F43676C0}" dt="2026-05-05T03:10:22.930" v="559" actId="5793"/>
          <ac:spMkLst>
            <pc:docMk/>
            <pc:sldMk cId="2088643927" sldId="271"/>
            <ac:spMk id="3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0:35.921" v="576" actId="20577"/>
          <ac:spMkLst>
            <pc:docMk/>
            <pc:sldMk cId="2088643927" sldId="271"/>
            <ac:spMk id="7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2:45.584" v="770" actId="108"/>
          <ac:spMkLst>
            <pc:docMk/>
            <pc:sldMk cId="2088643927" sldId="271"/>
            <ac:spMk id="10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2:49.412" v="771" actId="108"/>
          <ac:spMkLst>
            <pc:docMk/>
            <pc:sldMk cId="2088643927" sldId="271"/>
            <ac:spMk id="11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2:36.936" v="768" actId="12"/>
          <ac:spMkLst>
            <pc:docMk/>
            <pc:sldMk cId="2088643927" sldId="271"/>
            <ac:spMk id="15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2:55.412" v="772" actId="12"/>
          <ac:spMkLst>
            <pc:docMk/>
            <pc:sldMk cId="2088643927" sldId="271"/>
            <ac:spMk id="17" creationId="{00000000-0000-0000-0000-000000000000}"/>
          </ac:spMkLst>
        </pc:spChg>
        <pc:spChg chg="mod">
          <ac:chgData name="Samarth B S" userId="fa173c4cac905858" providerId="LiveId" clId="{7E64215B-F4D5-4C48-9A8F-4AB2F43676C0}" dt="2026-05-05T03:12:58.110" v="773" actId="12"/>
          <ac:spMkLst>
            <pc:docMk/>
            <pc:sldMk cId="2088643927" sldId="271"/>
            <ac:spMk id="18" creationId="{00000000-0000-0000-0000-000000000000}"/>
          </ac:spMkLst>
        </pc:spChg>
      </pc:sldChg>
      <pc:sldChg chg="add del setBg">
        <pc:chgData name="Samarth B S" userId="fa173c4cac905858" providerId="LiveId" clId="{7E64215B-F4D5-4C48-9A8F-4AB2F43676C0}" dt="2026-05-05T15:12:40.674" v="2285"/>
        <pc:sldMkLst>
          <pc:docMk/>
          <pc:sldMk cId="0" sldId="272"/>
        </pc:sldMkLst>
      </pc:sldChg>
      <pc:sldChg chg="modSp new del mod">
        <pc:chgData name="Samarth B S" userId="fa173c4cac905858" providerId="LiveId" clId="{7E64215B-F4D5-4C48-9A8F-4AB2F43676C0}" dt="2026-05-05T03:41:56.275" v="1371" actId="2696"/>
        <pc:sldMkLst>
          <pc:docMk/>
          <pc:sldMk cId="840741782" sldId="272"/>
        </pc:sldMkLst>
        <pc:spChg chg="mod">
          <ac:chgData name="Samarth B S" userId="fa173c4cac905858" providerId="LiveId" clId="{7E64215B-F4D5-4C48-9A8F-4AB2F43676C0}" dt="2026-05-05T03:41:53.780" v="1370" actId="20577"/>
          <ac:spMkLst>
            <pc:docMk/>
            <pc:sldMk cId="840741782" sldId="272"/>
            <ac:spMk id="2" creationId="{BEA8D32D-2269-49E0-E04A-2A7A55ACDEE5}"/>
          </ac:spMkLst>
        </pc:spChg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3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4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5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6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7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8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79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80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81"/>
        </pc:sldMkLst>
      </pc:sldChg>
      <pc:sldChg chg="add del addAnim delAnim modAnim">
        <pc:chgData name="Samarth B S" userId="fa173c4cac905858" providerId="LiveId" clId="{7E64215B-F4D5-4C48-9A8F-4AB2F43676C0}" dt="2026-05-05T15:10:39.714" v="2282"/>
        <pc:sldMkLst>
          <pc:docMk/>
          <pc:sldMk cId="0" sldId="282"/>
        </pc:sldMkLst>
      </pc:sldChg>
      <pc:sldChg chg="add del">
        <pc:chgData name="Samarth B S" userId="fa173c4cac905858" providerId="LiveId" clId="{7E64215B-F4D5-4C48-9A8F-4AB2F43676C0}" dt="2026-05-05T15:07:36.080" v="2269"/>
        <pc:sldMkLst>
          <pc:docMk/>
          <pc:sldMk cId="839823515" sldId="283"/>
        </pc:sldMkLst>
      </pc:sldChg>
      <pc:sldChg chg="add">
        <pc:chgData name="Samarth B S" userId="fa173c4cac905858" providerId="LiveId" clId="{7E64215B-F4D5-4C48-9A8F-4AB2F43676C0}" dt="2026-05-05T15:08:02.935" v="2272"/>
        <pc:sldMkLst>
          <pc:docMk/>
          <pc:sldMk cId="3712494535" sldId="283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84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85"/>
        </pc:sldMkLst>
      </pc:sldChg>
      <pc:sldChg chg="add del">
        <pc:chgData name="Samarth B S" userId="fa173c4cac905858" providerId="LiveId" clId="{7E64215B-F4D5-4C48-9A8F-4AB2F43676C0}" dt="2026-05-05T15:08:02.935" v="2272"/>
        <pc:sldMkLst>
          <pc:docMk/>
          <pc:sldMk cId="0" sldId="286"/>
        </pc:sldMkLst>
      </pc:sldChg>
    </pc:docChg>
  </pc:docChgLst>
  <pc:docChgLst>
    <pc:chgData name="Guest User" providerId="Windows Live" clId="Web-{4AAB3D77-93F2-B70A-93C6-0FB1585F1A5E}"/>
    <pc:docChg chg="modSld">
      <pc:chgData name="Guest User" userId="" providerId="Windows Live" clId="Web-{4AAB3D77-93F2-B70A-93C6-0FB1585F1A5E}" dt="2026-05-05T03:30:44.330" v="642" actId="1076"/>
      <pc:docMkLst>
        <pc:docMk/>
      </pc:docMkLst>
      <pc:sldChg chg="addSp delSp modSp">
        <pc:chgData name="Guest User" userId="" providerId="Windows Live" clId="Web-{4AAB3D77-93F2-B70A-93C6-0FB1585F1A5E}" dt="2026-05-05T03:30:44.330" v="642" actId="1076"/>
        <pc:sldMkLst>
          <pc:docMk/>
          <pc:sldMk cId="0" sldId="266"/>
        </pc:sldMkLst>
        <pc:spChg chg="add mod">
          <ac:chgData name="Guest User" userId="" providerId="Windows Live" clId="Web-{4AAB3D77-93F2-B70A-93C6-0FB1585F1A5E}" dt="2026-05-05T03:30:44.330" v="642" actId="1076"/>
          <ac:spMkLst>
            <pc:docMk/>
            <pc:sldMk cId="0" sldId="266"/>
            <ac:spMk id="9" creationId="{FA0F9E07-5592-EEDD-3E6C-C72B590C96E9}"/>
          </ac:spMkLst>
        </pc:spChg>
        <pc:spChg chg="mod">
          <ac:chgData name="Guest User" userId="" providerId="Windows Live" clId="Web-{4AAB3D77-93F2-B70A-93C6-0FB1585F1A5E}" dt="2026-05-05T03:19:57.165" v="571" actId="1076"/>
          <ac:spMkLst>
            <pc:docMk/>
            <pc:sldMk cId="0" sldId="266"/>
            <ac:spMk id="1122" creationId="{00000000-0000-0000-0000-000000000000}"/>
          </ac:spMkLst>
        </pc:spChg>
        <pc:spChg chg="mod">
          <ac:chgData name="Guest User" userId="" providerId="Windows Live" clId="Web-{4AAB3D77-93F2-B70A-93C6-0FB1585F1A5E}" dt="2026-05-05T03:19:26.649" v="570" actId="1076"/>
          <ac:spMkLst>
            <pc:docMk/>
            <pc:sldMk cId="0" sldId="266"/>
            <ac:spMk id="1123" creationId="{00000000-0000-0000-0000-000000000000}"/>
          </ac:spMkLst>
        </pc:spChg>
        <pc:spChg chg="mod">
          <ac:chgData name="Guest User" userId="" providerId="Windows Live" clId="Web-{4AAB3D77-93F2-B70A-93C6-0FB1585F1A5E}" dt="2026-05-05T03:19:22.227" v="569" actId="688"/>
          <ac:spMkLst>
            <pc:docMk/>
            <pc:sldMk cId="0" sldId="266"/>
            <ac:spMk id="1124" creationId="{00000000-0000-0000-0000-000000000000}"/>
          </ac:spMkLst>
        </pc:spChg>
        <pc:graphicFrameChg chg="add del mod modGraphic">
          <ac:chgData name="Guest User" userId="" providerId="Windows Live" clId="Web-{4AAB3D77-93F2-B70A-93C6-0FB1585F1A5E}" dt="2026-05-05T03:09:11.996" v="135"/>
          <ac:graphicFrameMkLst>
            <pc:docMk/>
            <pc:sldMk cId="0" sldId="266"/>
            <ac:graphicFrameMk id="2" creationId="{B9A3F89F-36B1-E174-01E8-E35F621C6408}"/>
          </ac:graphicFrameMkLst>
        </pc:graphicFrameChg>
        <pc:graphicFrameChg chg="add del mod">
          <ac:chgData name="Guest User" userId="" providerId="Windows Live" clId="Web-{4AAB3D77-93F2-B70A-93C6-0FB1585F1A5E}" dt="2026-05-05T03:11:24.682" v="143"/>
          <ac:graphicFrameMkLst>
            <pc:docMk/>
            <pc:sldMk cId="0" sldId="266"/>
            <ac:graphicFrameMk id="4" creationId="{EF42FFF7-96C9-BD45-9C3C-5E6912A26947}"/>
          </ac:graphicFrameMkLst>
        </pc:graphicFrameChg>
        <pc:graphicFrameChg chg="add mod modGraphic">
          <ac:chgData name="Guest User" userId="" providerId="Windows Live" clId="Web-{4AAB3D77-93F2-B70A-93C6-0FB1585F1A5E}" dt="2026-05-05T03:17:58.790" v="559" actId="1076"/>
          <ac:graphicFrameMkLst>
            <pc:docMk/>
            <pc:sldMk cId="0" sldId="266"/>
            <ac:graphicFrameMk id="6" creationId="{4C608A86-B09A-DB94-3A70-038154191506}"/>
          </ac:graphicFrameMkLst>
        </pc:graphicFrameChg>
        <pc:graphicFrameChg chg="add mod modGraphic">
          <ac:chgData name="Guest User" userId="" providerId="Windows Live" clId="Web-{4AAB3D77-93F2-B70A-93C6-0FB1585F1A5E}" dt="2026-05-05T03:27:17.456" v="619" actId="1076"/>
          <ac:graphicFrameMkLst>
            <pc:docMk/>
            <pc:sldMk cId="0" sldId="266"/>
            <ac:graphicFrameMk id="8" creationId="{04CA97AB-9501-3B1D-F00A-3F80754FD4C6}"/>
          </ac:graphicFrameMkLst>
        </pc:graphicFrameChg>
        <pc:picChg chg="mod modCrop">
          <ac:chgData name="Guest User" userId="" providerId="Windows Live" clId="Web-{4AAB3D77-93F2-B70A-93C6-0FB1585F1A5E}" dt="2026-05-05T03:18:26.180" v="563"/>
          <ac:picMkLst>
            <pc:docMk/>
            <pc:sldMk cId="0" sldId="266"/>
            <ac:picMk id="1118" creationId="{00000000-0000-0000-0000-000000000000}"/>
          </ac:picMkLst>
        </pc:picChg>
        <pc:picChg chg="mod">
          <ac:chgData name="Guest User" userId="" providerId="Windows Live" clId="Web-{4AAB3D77-93F2-B70A-93C6-0FB1585F1A5E}" dt="2026-05-05T03:18:41.040" v="564" actId="1076"/>
          <ac:picMkLst>
            <pc:docMk/>
            <pc:sldMk cId="0" sldId="266"/>
            <ac:picMk id="1119" creationId="{00000000-0000-0000-0000-000000000000}"/>
          </ac:picMkLst>
        </pc:picChg>
        <pc:picChg chg="mod">
          <ac:chgData name="Guest User" userId="" providerId="Windows Live" clId="Web-{4AAB3D77-93F2-B70A-93C6-0FB1585F1A5E}" dt="2026-05-05T03:27:05.691" v="618" actId="1076"/>
          <ac:picMkLst>
            <pc:docMk/>
            <pc:sldMk cId="0" sldId="266"/>
            <ac:picMk id="1120" creationId="{00000000-0000-0000-0000-000000000000}"/>
          </ac:picMkLst>
        </pc:picChg>
      </pc:sldChg>
    </pc:docChg>
  </pc:docChgLst>
  <pc:docChgLst>
    <pc:chgData name="Guest User" providerId="Windows Live" clId="Web-{7322DF79-DACB-AAC0-A7EA-ECC61BD5D310}"/>
    <pc:docChg chg="modSld">
      <pc:chgData name="Guest User" userId="" providerId="Windows Live" clId="Web-{7322DF79-DACB-AAC0-A7EA-ECC61BD5D310}" dt="2026-05-05T14:33:17.041" v="85"/>
      <pc:docMkLst>
        <pc:docMk/>
      </pc:docMkLst>
      <pc:sldChg chg="modSp">
        <pc:chgData name="Guest User" userId="" providerId="Windows Live" clId="Web-{7322DF79-DACB-AAC0-A7EA-ECC61BD5D310}" dt="2026-05-05T14:29:22.700" v="21" actId="1076"/>
        <pc:sldMkLst>
          <pc:docMk/>
          <pc:sldMk cId="0" sldId="257"/>
        </pc:sldMkLst>
        <pc:spChg chg="mod">
          <ac:chgData name="Guest User" userId="" providerId="Windows Live" clId="Web-{7322DF79-DACB-AAC0-A7EA-ECC61BD5D310}" dt="2026-05-05T14:29:22.700" v="21" actId="1076"/>
          <ac:spMkLst>
            <pc:docMk/>
            <pc:sldMk cId="0" sldId="257"/>
            <ac:spMk id="1060" creationId="{00000000-0000-0000-0000-000000000000}"/>
          </ac:spMkLst>
        </pc:spChg>
      </pc:sldChg>
      <pc:sldChg chg="modSp">
        <pc:chgData name="Guest User" userId="" providerId="Windows Live" clId="Web-{7322DF79-DACB-AAC0-A7EA-ECC61BD5D310}" dt="2026-05-05T14:27:04.964" v="3" actId="14100"/>
        <pc:sldMkLst>
          <pc:docMk/>
          <pc:sldMk cId="0" sldId="259"/>
        </pc:sldMkLst>
        <pc:spChg chg="mod">
          <ac:chgData name="Guest User" userId="" providerId="Windows Live" clId="Web-{7322DF79-DACB-AAC0-A7EA-ECC61BD5D310}" dt="2026-05-05T14:27:04.933" v="0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Guest User" userId="" providerId="Windows Live" clId="Web-{7322DF79-DACB-AAC0-A7EA-ECC61BD5D310}" dt="2026-05-05T14:27:04.949" v="1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Guest User" userId="" providerId="Windows Live" clId="Web-{7322DF79-DACB-AAC0-A7EA-ECC61BD5D310}" dt="2026-05-05T14:27:04.949" v="2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Guest User" userId="" providerId="Windows Live" clId="Web-{7322DF79-DACB-AAC0-A7EA-ECC61BD5D310}" dt="2026-05-05T14:27:04.964" v="3" actId="14100"/>
          <ac:spMkLst>
            <pc:docMk/>
            <pc:sldMk cId="0" sldId="259"/>
            <ac:spMk id="10" creationId="{582D493A-69BD-5C38-26DA-44B4CBA79218}"/>
          </ac:spMkLst>
        </pc:spChg>
      </pc:sldChg>
      <pc:sldChg chg="delSp modSp delAnim">
        <pc:chgData name="Guest User" userId="" providerId="Windows Live" clId="Web-{7322DF79-DACB-AAC0-A7EA-ECC61BD5D310}" dt="2026-05-05T14:28:38.981" v="19"/>
        <pc:sldMkLst>
          <pc:docMk/>
          <pc:sldMk cId="0" sldId="260"/>
        </pc:sldMkLst>
        <pc:spChg chg="del">
          <ac:chgData name="Guest User" userId="" providerId="Windows Live" clId="Web-{7322DF79-DACB-AAC0-A7EA-ECC61BD5D310}" dt="2026-05-05T14:27:33.543" v="9"/>
          <ac:spMkLst>
            <pc:docMk/>
            <pc:sldMk cId="0" sldId="260"/>
            <ac:spMk id="1122" creationId="{37DF64AF-B21E-3DED-1B30-ADAF707F6821}"/>
          </ac:spMkLst>
        </pc:spChg>
        <pc:spChg chg="mod">
          <ac:chgData name="Guest User" userId="" providerId="Windows Live" clId="Web-{7322DF79-DACB-AAC0-A7EA-ECC61BD5D310}" dt="2026-05-05T14:28:08.949" v="12"/>
          <ac:spMkLst>
            <pc:docMk/>
            <pc:sldMk cId="0" sldId="260"/>
            <ac:spMk id="1124" creationId="{D852B560-84EA-D164-1E98-5379BC0AF0CA}"/>
          </ac:spMkLst>
        </pc:spChg>
        <pc:spChg chg="mod">
          <ac:chgData name="Guest User" userId="" providerId="Windows Live" clId="Web-{7322DF79-DACB-AAC0-A7EA-ECC61BD5D310}" dt="2026-05-05T14:28:12.168" v="13"/>
          <ac:spMkLst>
            <pc:docMk/>
            <pc:sldMk cId="0" sldId="260"/>
            <ac:spMk id="1125" creationId="{414D489F-E442-C714-D9D0-FD2EB4E74735}"/>
          </ac:spMkLst>
        </pc:spChg>
        <pc:spChg chg="mod">
          <ac:chgData name="Guest User" userId="" providerId="Windows Live" clId="Web-{7322DF79-DACB-AAC0-A7EA-ECC61BD5D310}" dt="2026-05-05T14:28:14.871" v="14"/>
          <ac:spMkLst>
            <pc:docMk/>
            <pc:sldMk cId="0" sldId="260"/>
            <ac:spMk id="1126" creationId="{4B03BEDE-8BB6-34A8-AC40-D1D621B7713C}"/>
          </ac:spMkLst>
        </pc:spChg>
        <pc:spChg chg="mod">
          <ac:chgData name="Guest User" userId="" providerId="Windows Live" clId="Web-{7322DF79-DACB-AAC0-A7EA-ECC61BD5D310}" dt="2026-05-05T14:28:20.121" v="15"/>
          <ac:spMkLst>
            <pc:docMk/>
            <pc:sldMk cId="0" sldId="260"/>
            <ac:spMk id="1162" creationId="{18AA8E34-727C-D34C-E0E7-0ABF34FA2494}"/>
          </ac:spMkLst>
        </pc:spChg>
        <pc:spChg chg="mod">
          <ac:chgData name="Guest User" userId="" providerId="Windows Live" clId="Web-{7322DF79-DACB-AAC0-A7EA-ECC61BD5D310}" dt="2026-05-05T14:28:23.168" v="16"/>
          <ac:spMkLst>
            <pc:docMk/>
            <pc:sldMk cId="0" sldId="260"/>
            <ac:spMk id="1163" creationId="{75E1CDBA-6A3E-6D71-6745-D02D42568275}"/>
          </ac:spMkLst>
        </pc:spChg>
        <pc:spChg chg="mod">
          <ac:chgData name="Guest User" userId="" providerId="Windows Live" clId="Web-{7322DF79-DACB-AAC0-A7EA-ECC61BD5D310}" dt="2026-05-05T14:28:27.200" v="17"/>
          <ac:spMkLst>
            <pc:docMk/>
            <pc:sldMk cId="0" sldId="260"/>
            <ac:spMk id="1164" creationId="{BDB1B343-8A97-75A3-723C-FE40F75D7CB5}"/>
          </ac:spMkLst>
        </pc:spChg>
        <pc:spChg chg="mod">
          <ac:chgData name="Guest User" userId="" providerId="Windows Live" clId="Web-{7322DF79-DACB-AAC0-A7EA-ECC61BD5D310}" dt="2026-05-05T14:28:36.043" v="18"/>
          <ac:spMkLst>
            <pc:docMk/>
            <pc:sldMk cId="0" sldId="260"/>
            <ac:spMk id="1176" creationId="{729FCBA6-788C-A4CD-E450-6D2865765489}"/>
          </ac:spMkLst>
        </pc:spChg>
        <pc:spChg chg="mod">
          <ac:chgData name="Guest User" userId="" providerId="Windows Live" clId="Web-{7322DF79-DACB-AAC0-A7EA-ECC61BD5D310}" dt="2026-05-05T14:28:38.981" v="19"/>
          <ac:spMkLst>
            <pc:docMk/>
            <pc:sldMk cId="0" sldId="260"/>
            <ac:spMk id="1182" creationId="{71F40444-2179-5571-F978-9E4AC2CEA499}"/>
          </ac:spMkLst>
        </pc:spChg>
      </pc:sldChg>
      <pc:sldChg chg="modSp">
        <pc:chgData name="Guest User" userId="" providerId="Windows Live" clId="Web-{7322DF79-DACB-AAC0-A7EA-ECC61BD5D310}" dt="2026-05-05T14:28:00.902" v="11"/>
        <pc:sldMkLst>
          <pc:docMk/>
          <pc:sldMk cId="0" sldId="261"/>
        </pc:sldMkLst>
        <pc:spChg chg="mod">
          <ac:chgData name="Guest User" userId="" providerId="Windows Live" clId="Web-{7322DF79-DACB-AAC0-A7EA-ECC61BD5D310}" dt="2026-05-05T14:28:00.902" v="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Guest User" userId="" providerId="Windows Live" clId="Web-{7322DF79-DACB-AAC0-A7EA-ECC61BD5D310}" dt="2026-05-05T14:27:29.293" v="5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Guest User" userId="" providerId="Windows Live" clId="Web-{7322DF79-DACB-AAC0-A7EA-ECC61BD5D310}" dt="2026-05-05T14:27:29.308" v="6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Guest User" userId="" providerId="Windows Live" clId="Web-{7322DF79-DACB-AAC0-A7EA-ECC61BD5D310}" dt="2026-05-05T14:27:29.308" v="7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Guest User" userId="" providerId="Windows Live" clId="Web-{7322DF79-DACB-AAC0-A7EA-ECC61BD5D310}" dt="2026-05-05T14:27:29.324" v="8" actId="1076"/>
          <ac:spMkLst>
            <pc:docMk/>
            <pc:sldMk cId="0" sldId="261"/>
            <ac:spMk id="8" creationId="{00000000-0000-0000-0000-000000000000}"/>
          </ac:spMkLst>
        </pc:spChg>
      </pc:sldChg>
      <pc:sldChg chg="addSp modSp addAnim">
        <pc:chgData name="Guest User" userId="" providerId="Windows Live" clId="Web-{7322DF79-DACB-AAC0-A7EA-ECC61BD5D310}" dt="2026-05-05T14:33:17.041" v="85"/>
        <pc:sldMkLst>
          <pc:docMk/>
          <pc:sldMk cId="0" sldId="266"/>
        </pc:sldMkLst>
        <pc:spChg chg="add mod">
          <ac:chgData name="Guest User" userId="" providerId="Windows Live" clId="Web-{7322DF79-DACB-AAC0-A7EA-ECC61BD5D310}" dt="2026-05-05T14:31:26.140" v="61"/>
          <ac:spMkLst>
            <pc:docMk/>
            <pc:sldMk cId="0" sldId="266"/>
            <ac:spMk id="2" creationId="{4208CA68-E330-107C-03EE-35AC44F6E54C}"/>
          </ac:spMkLst>
        </pc:spChg>
        <pc:spChg chg="add mod">
          <ac:chgData name="Guest User" userId="" providerId="Windows Live" clId="Web-{7322DF79-DACB-AAC0-A7EA-ECC61BD5D310}" dt="2026-05-05T14:32:23.803" v="67" actId="20577"/>
          <ac:spMkLst>
            <pc:docMk/>
            <pc:sldMk cId="0" sldId="266"/>
            <ac:spMk id="4" creationId="{BD4010D5-B5F6-FE6E-6792-588290C2F1D9}"/>
          </ac:spMkLst>
        </pc:spChg>
        <pc:spChg chg="mod">
          <ac:chgData name="Guest User" userId="" providerId="Windows Live" clId="Web-{7322DF79-DACB-AAC0-A7EA-ECC61BD5D310}" dt="2026-05-05T14:32:53.930" v="83" actId="20577"/>
          <ac:spMkLst>
            <pc:docMk/>
            <pc:sldMk cId="0" sldId="266"/>
            <ac:spMk id="1117" creationId="{00000000-0000-0000-0000-000000000000}"/>
          </ac:spMkLst>
        </pc:spChg>
        <pc:spChg chg="mod">
          <ac:chgData name="Guest User" userId="" providerId="Windows Live" clId="Web-{7322DF79-DACB-AAC0-A7EA-ECC61BD5D310}" dt="2026-05-05T14:29:53.153" v="22" actId="1076"/>
          <ac:spMkLst>
            <pc:docMk/>
            <pc:sldMk cId="0" sldId="266"/>
            <ac:spMk id="1121" creationId="{00000000-0000-0000-0000-000000000000}"/>
          </ac:spMkLst>
        </pc:spChg>
        <pc:graphicFrameChg chg="mod">
          <ac:chgData name="Guest User" userId="" providerId="Windows Live" clId="Web-{7322DF79-DACB-AAC0-A7EA-ECC61BD5D310}" dt="2026-05-05T14:29:53.200" v="23" actId="1076"/>
          <ac:graphicFrameMkLst>
            <pc:docMk/>
            <pc:sldMk cId="0" sldId="266"/>
            <ac:graphicFrameMk id="6" creationId="{4C608A86-B09A-DB94-3A70-038154191506}"/>
          </ac:graphicFrameMkLst>
        </pc:graphicFrameChg>
      </pc:sldChg>
    </pc:docChg>
  </pc:docChgLst>
  <pc:docChgLst>
    <pc:chgData name="Guest User" providerId="Windows Live" clId="Web-{CA705FDE-E1F8-BD1E-52F3-918C79A7595F}"/>
    <pc:docChg chg="mod modSld sldOrd modMainMaster">
      <pc:chgData name="Guest User" userId="" providerId="Windows Live" clId="Web-{CA705FDE-E1F8-BD1E-52F3-918C79A7595F}" dt="2026-05-05T15:41:34.944" v="55"/>
      <pc:docMkLst>
        <pc:docMk/>
      </pc:docMkLst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56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56"/>
            <ac:spMk id="2" creationId="{26C96136-2217-6DD5-ECF0-16A98448F989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56"/>
            <ac:spMk id="3" creationId="{1BE37CDB-5252-E309-6C67-87886D2CCEB4}"/>
          </ac:spMkLst>
        </pc:spChg>
        <pc:spChg chg="mod">
          <ac:chgData name="Guest User" userId="" providerId="Windows Live" clId="Web-{CA705FDE-E1F8-BD1E-52F3-918C79A7595F}" dt="2026-05-05T02:50:10.989" v="4" actId="20577"/>
          <ac:spMkLst>
            <pc:docMk/>
            <pc:sldMk cId="0" sldId="256"/>
            <ac:spMk id="1054" creationId="{00000000-0000-0000-0000-000000000000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57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57"/>
            <ac:spMk id="2" creationId="{D2BA0E09-28EF-8CC2-2BC3-F1941BB3F63D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57"/>
            <ac:spMk id="3" creationId="{7B1C40E8-373B-21A3-F4D4-7DE0E6D65C9D}"/>
          </ac:spMkLst>
        </pc:spChg>
      </pc:sldChg>
      <pc:sldChg chg="addSp delSp modSp">
        <pc:chgData name="Guest User" userId="" providerId="Windows Live" clId="Web-{CA705FDE-E1F8-BD1E-52F3-918C79A7595F}" dt="2026-05-05T02:59:36.329" v="26"/>
        <pc:sldMkLst>
          <pc:docMk/>
          <pc:sldMk cId="0" sldId="258"/>
        </pc:sldMkLst>
        <pc:spChg chg="add del mod">
          <ac:chgData name="Guest User" userId="" providerId="Windows Live" clId="Web-{CA705FDE-E1F8-BD1E-52F3-918C79A7595F}" dt="2026-05-05T02:58:37.375" v="8"/>
          <ac:spMkLst>
            <pc:docMk/>
            <pc:sldMk cId="0" sldId="258"/>
            <ac:spMk id="2" creationId="{D2025BDD-96B7-5AF1-2F87-B59BB5CDE4FE}"/>
          </ac:spMkLst>
        </pc:spChg>
        <pc:spChg chg="add mod">
          <ac:chgData name="Guest User" userId="" providerId="Windows Live" clId="Web-{CA705FDE-E1F8-BD1E-52F3-918C79A7595F}" dt="2026-05-05T02:58:57.235" v="17"/>
          <ac:spMkLst>
            <pc:docMk/>
            <pc:sldMk cId="0" sldId="258"/>
            <ac:spMk id="3" creationId="{3C5BB52A-7CAA-300C-9BFA-AA045A84EC60}"/>
          </ac:spMkLst>
        </pc:spChg>
        <pc:inkChg chg="add del">
          <ac:chgData name="Guest User" userId="" providerId="Windows Live" clId="Web-{CA705FDE-E1F8-BD1E-52F3-918C79A7595F}" dt="2026-05-05T02:59:36.329" v="26"/>
          <ac:inkMkLst>
            <pc:docMk/>
            <pc:sldMk cId="0" sldId="258"/>
            <ac:inkMk id="4" creationId="{4C8E9D10-05D6-9928-5739-F8EE7D528339}"/>
          </ac:inkMkLst>
        </pc:inkChg>
        <pc:inkChg chg="add del">
          <ac:chgData name="Guest User" userId="" providerId="Windows Live" clId="Web-{CA705FDE-E1F8-BD1E-52F3-918C79A7595F}" dt="2026-05-05T02:59:35.813" v="25"/>
          <ac:inkMkLst>
            <pc:docMk/>
            <pc:sldMk cId="0" sldId="258"/>
            <ac:inkMk id="5" creationId="{9D6545AA-0B51-C190-4A15-66CC4AC571AF}"/>
          </ac:inkMkLst>
        </pc:inkChg>
      </pc:sldChg>
      <pc:sldChg chg="addSp delSp modSp">
        <pc:chgData name="Guest User" userId="" providerId="Windows Live" clId="Web-{CA705FDE-E1F8-BD1E-52F3-918C79A7595F}" dt="2026-05-05T02:59:54.485" v="28"/>
        <pc:sldMkLst>
          <pc:docMk/>
          <pc:sldMk cId="0" sldId="259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59"/>
            <ac:spMk id="3" creationId="{40F06243-1F32-199C-DC27-FF4EDB7E82E5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59"/>
            <ac:spMk id="4" creationId="{B802D64D-B908-79A5-74C9-1D1EDA8E18D6}"/>
          </ac:spMkLst>
        </pc:spChg>
        <pc:inkChg chg="add del">
          <ac:chgData name="Guest User" userId="" providerId="Windows Live" clId="Web-{CA705FDE-E1F8-BD1E-52F3-918C79A7595F}" dt="2026-05-05T02:59:33.860" v="24"/>
          <ac:inkMkLst>
            <pc:docMk/>
            <pc:sldMk cId="0" sldId="259"/>
            <ac:inkMk id="7" creationId="{E01A66CE-49A2-3824-EBDC-19D318EE0B07}"/>
          </ac:inkMkLst>
        </pc:inkChg>
        <pc:inkChg chg="add del">
          <ac:chgData name="Guest User" userId="" providerId="Windows Live" clId="Web-{CA705FDE-E1F8-BD1E-52F3-918C79A7595F}" dt="2026-05-05T02:59:33.282" v="23"/>
          <ac:inkMkLst>
            <pc:docMk/>
            <pc:sldMk cId="0" sldId="259"/>
            <ac:inkMk id="8" creationId="{BDA7BD2F-C91B-6100-5876-D53E42BD94EA}"/>
          </ac:inkMkLst>
        </pc:inkChg>
        <pc:inkChg chg="add del">
          <ac:chgData name="Guest User" userId="" providerId="Windows Live" clId="Web-{CA705FDE-E1F8-BD1E-52F3-918C79A7595F}" dt="2026-05-05T02:59:54.485" v="28"/>
          <ac:inkMkLst>
            <pc:docMk/>
            <pc:sldMk cId="0" sldId="259"/>
            <ac:inkMk id="9" creationId="{B480705F-1BC1-640A-DC23-8DD05CD6AE7E}"/>
          </ac:inkMkLst>
        </pc:inkChg>
      </pc:sldChg>
      <pc:sldChg chg="addSp delSp modSp">
        <pc:chgData name="Guest User" userId="" providerId="Windows Live" clId="Web-{CA705FDE-E1F8-BD1E-52F3-918C79A7595F}" dt="2026-05-05T03:00:41.439" v="32"/>
        <pc:sldMkLst>
          <pc:docMk/>
          <pc:sldMk cId="0" sldId="260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0"/>
            <ac:spMk id="2" creationId="{EB0834A8-BEA4-13EE-897E-40B6804155C2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0"/>
            <ac:spMk id="3" creationId="{C80279AE-7FD4-750A-E2E0-6611498E9AAA}"/>
          </ac:spMkLst>
        </pc:spChg>
        <pc:inkChg chg="add del">
          <ac:chgData name="Guest User" userId="" providerId="Windows Live" clId="Web-{CA705FDE-E1F8-BD1E-52F3-918C79A7595F}" dt="2026-05-05T03:00:41.439" v="32"/>
          <ac:inkMkLst>
            <pc:docMk/>
            <pc:sldMk cId="0" sldId="260"/>
            <ac:inkMk id="4" creationId="{E609096C-953A-6A64-5DB1-A17055632EF1}"/>
          </ac:inkMkLst>
        </pc:inkChg>
        <pc:inkChg chg="add del">
          <ac:chgData name="Guest User" userId="" providerId="Windows Live" clId="Web-{CA705FDE-E1F8-BD1E-52F3-918C79A7595F}" dt="2026-05-05T03:00:41.048" v="31"/>
          <ac:inkMkLst>
            <pc:docMk/>
            <pc:sldMk cId="0" sldId="260"/>
            <ac:inkMk id="5" creationId="{741DBA11-EAA0-639F-04D0-CEB2AFE6DA93}"/>
          </ac:inkMkLst>
        </pc:ink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1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1"/>
            <ac:spMk id="2" creationId="{FE20F31E-2415-8C01-FF06-341065539068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1"/>
            <ac:spMk id="3" creationId="{39C1BCF0-C6F2-B316-8BC9-6D1B06CFA063}"/>
          </ac:spMkLst>
        </pc:spChg>
      </pc:sldChg>
      <pc:sldChg chg="addSp delSp modSp ord">
        <pc:chgData name="Guest User" userId="" providerId="Windows Live" clId="Web-{CA705FDE-E1F8-BD1E-52F3-918C79A7595F}" dt="2026-05-05T08:09:41.612" v="54"/>
        <pc:sldMkLst>
          <pc:docMk/>
          <pc:sldMk cId="0" sldId="262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2"/>
            <ac:spMk id="3" creationId="{4E1E3CC3-EDE8-500E-BCA5-AE40A6E7D149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2"/>
            <ac:spMk id="4" creationId="{EA9FD0C7-C521-218F-850F-4C3E0673A303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3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3"/>
            <ac:spMk id="3" creationId="{7E24E9C6-7061-8CE8-761A-E8D08431AFC3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3"/>
            <ac:spMk id="4" creationId="{4C1D9794-A3E3-B57A-875E-3D1B85DFD6C6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4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4"/>
            <ac:spMk id="2" creationId="{58B0DC95-C2A5-9B89-7F21-999F5B3D59AE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4"/>
            <ac:spMk id="3" creationId="{878D9DAB-B1BC-B07D-D4F1-6FBB8396E5F8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5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5"/>
            <ac:spMk id="3" creationId="{1ACE3671-8F52-5CE2-F536-0525E6C2522C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5"/>
            <ac:spMk id="4" creationId="{B9ED5F99-1EF5-515A-2CF1-4A69A892291A}"/>
          </ac:spMkLst>
        </pc:spChg>
      </pc:sldChg>
      <pc:sldChg chg="addSp delSp modSp">
        <pc:chgData name="Guest User" userId="" providerId="Windows Live" clId="Web-{CA705FDE-E1F8-BD1E-52F3-918C79A7595F}" dt="2026-05-05T03:22:15.002" v="52"/>
        <pc:sldMkLst>
          <pc:docMk/>
          <pc:sldMk cId="0" sldId="266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6"/>
            <ac:spMk id="2" creationId="{28F0AC18-26E7-73BF-FD5D-44DFA4677D7F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6"/>
            <ac:spMk id="3" creationId="{2694DA3A-3076-75D7-0437-9A7223F88613}"/>
          </ac:spMkLst>
        </pc:spChg>
        <pc:spChg chg="mod">
          <ac:chgData name="Guest User" userId="" providerId="Windows Live" clId="Web-{CA705FDE-E1F8-BD1E-52F3-918C79A7595F}" dt="2026-05-05T03:03:34.822" v="43" actId="1076"/>
          <ac:spMkLst>
            <pc:docMk/>
            <pc:sldMk cId="0" sldId="266"/>
            <ac:spMk id="1121" creationId="{00000000-0000-0000-0000-000000000000}"/>
          </ac:spMkLst>
        </pc:spChg>
        <pc:spChg chg="mod">
          <ac:chgData name="Guest User" userId="" providerId="Windows Live" clId="Web-{CA705FDE-E1F8-BD1E-52F3-918C79A7595F}" dt="2026-05-05T03:03:37.150" v="44" actId="1076"/>
          <ac:spMkLst>
            <pc:docMk/>
            <pc:sldMk cId="0" sldId="266"/>
            <ac:spMk id="1122" creationId="{00000000-0000-0000-0000-000000000000}"/>
          </ac:spMkLst>
        </pc:spChg>
        <pc:graphicFrameChg chg="mod modGraphic">
          <ac:chgData name="Guest User" userId="" providerId="Windows Live" clId="Web-{CA705FDE-E1F8-BD1E-52F3-918C79A7595F}" dt="2026-05-05T03:11:29.170" v="50" actId="1076"/>
          <ac:graphicFrameMkLst>
            <pc:docMk/>
            <pc:sldMk cId="0" sldId="266"/>
            <ac:graphicFrameMk id="6" creationId="{4C608A86-B09A-DB94-3A70-038154191506}"/>
          </ac:graphicFrameMkLst>
        </pc:graphicFrameChg>
        <pc:graphicFrameChg chg="modGraphic">
          <ac:chgData name="Guest User" userId="" providerId="Windows Live" clId="Web-{CA705FDE-E1F8-BD1E-52F3-918C79A7595F}" dt="2026-05-05T03:22:15.002" v="52"/>
          <ac:graphicFrameMkLst>
            <pc:docMk/>
            <pc:sldMk cId="0" sldId="266"/>
            <ac:graphicFrameMk id="8" creationId="{04CA97AB-9501-3B1D-F00A-3F80754FD4C6}"/>
          </ac:graphicFrameMkLst>
        </pc:graphicFrameChg>
        <pc:picChg chg="mod modCrop">
          <ac:chgData name="Guest User" userId="" providerId="Windows Live" clId="Web-{CA705FDE-E1F8-BD1E-52F3-918C79A7595F}" dt="2026-05-05T03:03:48.026" v="46" actId="14100"/>
          <ac:picMkLst>
            <pc:docMk/>
            <pc:sldMk cId="0" sldId="266"/>
            <ac:picMk id="1118" creationId="{00000000-0000-0000-0000-000000000000}"/>
          </ac:picMkLst>
        </pc:picChg>
        <pc:picChg chg="mod">
          <ac:chgData name="Guest User" userId="" providerId="Windows Live" clId="Web-{CA705FDE-E1F8-BD1E-52F3-918C79A7595F}" dt="2026-05-05T03:04:18.325" v="47" actId="1076"/>
          <ac:picMkLst>
            <pc:docMk/>
            <pc:sldMk cId="0" sldId="266"/>
            <ac:picMk id="1119" creationId="{00000000-0000-0000-0000-000000000000}"/>
          </ac:picMkLst>
        </pc:picChg>
        <pc:inkChg chg="add del">
          <ac:chgData name="Guest User" userId="" providerId="Windows Live" clId="Web-{CA705FDE-E1F8-BD1E-52F3-918C79A7595F}" dt="2026-05-05T03:01:32.096" v="38"/>
          <ac:inkMkLst>
            <pc:docMk/>
            <pc:sldMk cId="0" sldId="266"/>
            <ac:inkMk id="4" creationId="{8E669553-D8FF-1361-A0DE-5F2A2B246C0F}"/>
          </ac:inkMkLst>
        </pc:inkChg>
        <pc:inkChg chg="add del">
          <ac:chgData name="Guest User" userId="" providerId="Windows Live" clId="Web-{CA705FDE-E1F8-BD1E-52F3-918C79A7595F}" dt="2026-05-05T03:01:31.392" v="37"/>
          <ac:inkMkLst>
            <pc:docMk/>
            <pc:sldMk cId="0" sldId="266"/>
            <ac:inkMk id="5" creationId="{92637D93-4B66-36B8-D5D9-39B54FD8ABC9}"/>
          </ac:inkMkLst>
        </pc:inkChg>
        <pc:inkChg chg="add del">
          <ac:chgData name="Guest User" userId="" providerId="Windows Live" clId="Web-{CA705FDE-E1F8-BD1E-52F3-918C79A7595F}" dt="2026-05-05T03:01:31.392" v="36"/>
          <ac:inkMkLst>
            <pc:docMk/>
            <pc:sldMk cId="0" sldId="266"/>
            <ac:inkMk id="6" creationId="{AB4D9ED6-D049-9A44-410D-E59A836F2E7D}"/>
          </ac:inkMkLst>
        </pc:ink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8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8"/>
            <ac:spMk id="2" creationId="{9ED50344-2081-C9BC-6350-DD65138C217B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8"/>
            <ac:spMk id="3" creationId="{1B71006E-985A-73AD-DE27-746FA7486FD5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69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69"/>
            <ac:spMk id="2" creationId="{7AFEED1B-CAE3-24B9-0E47-76E543983143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69"/>
            <ac:spMk id="3" creationId="{FB8D7EB2-5E08-C1E1-58CC-FBC1D43AB545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0" sldId="270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0" sldId="270"/>
            <ac:spMk id="2" creationId="{9EC8B7E7-5CE0-FBB5-3634-7261BBD3554E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0" sldId="270"/>
            <ac:spMk id="3" creationId="{12A10CDD-D8F6-5532-827F-3217567C3D41}"/>
          </ac:spMkLst>
        </pc:spChg>
      </pc:sldChg>
      <pc:sldChg chg="addSp delSp modSp">
        <pc:chgData name="Guest User" userId="" providerId="Windows Live" clId="Web-{CA705FDE-E1F8-BD1E-52F3-918C79A7595F}" dt="2026-05-05T02:58:59.078" v="18"/>
        <pc:sldMkLst>
          <pc:docMk/>
          <pc:sldMk cId="2088643927" sldId="271"/>
        </pc:sldMkLst>
        <pc:spChg chg="add del mod">
          <ac:chgData name="Guest User" userId="" providerId="Windows Live" clId="Web-{CA705FDE-E1F8-BD1E-52F3-918C79A7595F}" dt="2026-05-05T02:58:46.375" v="9"/>
          <ac:spMkLst>
            <pc:docMk/>
            <pc:sldMk cId="2088643927" sldId="271"/>
            <ac:spMk id="4" creationId="{56A7065B-56F2-6DCE-4E53-21161B13A8DE}"/>
          </ac:spMkLst>
        </pc:spChg>
        <pc:spChg chg="add mod">
          <ac:chgData name="Guest User" userId="" providerId="Windows Live" clId="Web-{CA705FDE-E1F8-BD1E-52F3-918C79A7595F}" dt="2026-05-05T02:58:59.078" v="18"/>
          <ac:spMkLst>
            <pc:docMk/>
            <pc:sldMk cId="2088643927" sldId="271"/>
            <ac:spMk id="5" creationId="{9F2C98D0-205D-A81C-ED98-DC90780F7E14}"/>
          </ac:spMkLst>
        </pc:spChg>
      </pc:sldChg>
      <pc:sldChg chg="ord">
        <pc:chgData name="Guest User" userId="" providerId="Windows Live" clId="Web-{CA705FDE-E1F8-BD1E-52F3-918C79A7595F}" dt="2026-05-05T15:41:34.944" v="55"/>
        <pc:sldMkLst>
          <pc:docMk/>
          <pc:sldMk cId="0" sldId="278"/>
        </pc:sldMkLst>
      </pc:sldChg>
      <pc:sldMasterChg chg="mod modSldLayout">
        <pc:chgData name="Guest User" userId="" providerId="Windows Live" clId="Web-{CA705FDE-E1F8-BD1E-52F3-918C79A7595F}" dt="2026-05-05T02:58:59.078" v="18"/>
        <pc:sldMasterMkLst>
          <pc:docMk/>
          <pc:sldMasterMk cId="0" sldId="2147483801"/>
        </pc:sldMasterMkLst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4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4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5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6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7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8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69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0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1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2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3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4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5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6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7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8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0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1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2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3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4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5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6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7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8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799"/>
          </pc:sldLayoutMkLst>
        </pc:sldLayoutChg>
        <pc:sldLayoutChg chg="mod">
          <pc:chgData name="Guest User" userId="" providerId="Windows Live" clId="Web-{CA705FDE-E1F8-BD1E-52F3-918C79A7595F}" dt="2026-05-05T02:58:59.078" v="18"/>
          <pc:sldLayoutMkLst>
            <pc:docMk/>
            <pc:sldMasterMk cId="0" sldId="2147483801"/>
            <pc:sldLayoutMk cId="0" sldId="214748380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dc1123dd63_0_1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dc1123dd63_0_1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dc1123dd63_0_1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dc1123dd63_0_1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dc1123dd63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dc1123dd63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dc1123dd63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dc1123dd63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dc1123dd63_0_1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dc1123dd63_0_1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dc1123dd63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dc1123dd63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dc1123dd63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dc1123dd63_0_1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dc1123dd63_0_10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dc1123dd63_0_10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dc1123dd63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dc1123dd63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dc1123dd63_0_1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dc1123dd63_0_1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dc1123dd63_0_1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dc1123dd63_0_1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0396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dc1123dd63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dc1123dd63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dc1123dd63_0_1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3dc1123dd63_0_1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dc1123dd63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dc1123dd63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his is the official ASU Presentation template theme">
  <p:cSld name="CUSTOM_21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6425" t="21559" r="59273" b="21285"/>
          <a:stretch/>
        </p:blipFill>
        <p:spPr>
          <a:xfrm>
            <a:off x="407500" y="297225"/>
            <a:ext cx="910050" cy="42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420625" y="842150"/>
            <a:ext cx="8275200" cy="29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>
                <a:solidFill>
                  <a:schemeClr val="dk1"/>
                </a:solidFill>
              </a:rPr>
              <a:t>Official 2025 </a:t>
            </a:r>
            <a:br>
              <a:rPr lang="en" sz="6600" b="1">
                <a:solidFill>
                  <a:schemeClr val="dk1"/>
                </a:solidFill>
              </a:rPr>
            </a:br>
            <a:r>
              <a:rPr lang="en" sz="6600" b="1">
                <a:solidFill>
                  <a:schemeClr val="dk1"/>
                </a:solidFill>
              </a:rPr>
              <a:t>ASU presentation template </a:t>
            </a:r>
            <a:endParaRPr sz="6600" b="1">
              <a:solidFill>
                <a:schemeClr val="dk1"/>
              </a:solidFill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20625" y="4666750"/>
            <a:ext cx="74079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chemeClr val="lt1"/>
                </a:solidFill>
                <a:highlight>
                  <a:schemeClr val="dk1"/>
                </a:highlight>
              </a:rPr>
              <a:t>From Enterprise Brand Strategy and Management</a:t>
            </a:r>
            <a:endParaRPr sz="3600" b="1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le slide options →">
  <p:cSld name="CUSTOM_21_2">
    <p:bg>
      <p:bgPr>
        <a:solidFill>
          <a:schemeClr val="accent5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/>
        </p:nvSpPr>
        <p:spPr>
          <a:xfrm>
            <a:off x="2411725" y="2070728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Title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White">
  <p:cSld name="CUSTOM_20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Black">
  <p:cSld name="CUSTOM_20_2_1">
    <p:bg>
      <p:bgPr>
        <a:solidFill>
          <a:schemeClr val="dk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Gold">
  <p:cSld name="CUSTOM_20_2_2">
    <p:bg>
      <p:bgPr>
        <a:solidFill>
          <a:schemeClr val="accen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1 Title slide - Maroon">
  <p:cSld name="CUSTOM_20_2_3">
    <p:bg>
      <p:bgPr>
        <a:solidFill>
          <a:schemeClr val="accen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244105" y="234939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White">
  <p:cSld name="CUSTOM_19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Black">
  <p:cSld name="CUSTOM_19_1_3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Gold">
  <p:cSld name="CUSTOM_19_1_3_1">
    <p:bg>
      <p:bgPr>
        <a:solidFill>
          <a:schemeClr val="accen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2 Title slide - Maroon">
  <p:cSld name="CUSTOM_19_1_3_1_1">
    <p:bg>
      <p:bgPr>
        <a:solidFill>
          <a:schemeClr val="accen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ubTitle" idx="1"/>
          </p:nvPr>
        </p:nvSpPr>
        <p:spPr>
          <a:xfrm>
            <a:off x="420625" y="629875"/>
            <a:ext cx="8275200" cy="2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pic>
        <p:nvPicPr>
          <p:cNvPr id="61" name="Google Shape;61;p11"/>
          <p:cNvPicPr preferRelativeResize="0"/>
          <p:nvPr/>
        </p:nvPicPr>
        <p:blipFill rotWithShape="1">
          <a:blip r:embed="rId2">
            <a:alphaModFix/>
          </a:blip>
          <a:srcRect t="11215" b="11223"/>
          <a:stretch/>
        </p:blipFill>
        <p:spPr>
          <a:xfrm>
            <a:off x="6460548" y="4378866"/>
            <a:ext cx="2508149" cy="53928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3 Title slide">
  <p:cSld name="CUSTOM_23_1_1_1_1_1_1_2_1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>
            <a:spLocks noGrp="1"/>
          </p:cNvSpPr>
          <p:nvPr>
            <p:ph type="pic" idx="2"/>
          </p:nvPr>
        </p:nvSpPr>
        <p:spPr>
          <a:xfrm>
            <a:off x="0" y="-9225"/>
            <a:ext cx="9153300" cy="3135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420625" y="2569475"/>
            <a:ext cx="8275500" cy="69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12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l="3994" t="13045" r="2039" b="14159"/>
          <a:stretch/>
        </p:blipFill>
        <p:spPr>
          <a:xfrm>
            <a:off x="7070229" y="4512686"/>
            <a:ext cx="1724150" cy="37072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4197100" y="3298600"/>
            <a:ext cx="4315800" cy="8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ubTitle" idx="3"/>
          </p:nvPr>
        </p:nvSpPr>
        <p:spPr>
          <a:xfrm>
            <a:off x="630950" y="3298600"/>
            <a:ext cx="3456300" cy="87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Agenda slide options →">
  <p:cSld name="CUSTOM_21_1">
    <p:bg>
      <p:bgPr>
        <a:solidFill>
          <a:schemeClr val="accent5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/>
        </p:nvSpPr>
        <p:spPr>
          <a:xfrm>
            <a:off x="2411725" y="10650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Agenda and schedule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1 Agenda slide">
  <p:cSld name="CUSTOM_20_1"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20625" y="994550"/>
            <a:ext cx="2935200" cy="315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cxnSp>
        <p:nvCxnSpPr>
          <p:cNvPr id="76" name="Google Shape;76;p14"/>
          <p:cNvCxnSpPr/>
          <p:nvPr/>
        </p:nvCxnSpPr>
        <p:spPr>
          <a:xfrm>
            <a:off x="3723680" y="1876175"/>
            <a:ext cx="0" cy="1380300"/>
          </a:xfrm>
          <a:prstGeom prst="straightConnector1">
            <a:avLst/>
          </a:prstGeom>
          <a:noFill/>
          <a:ln w="28575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4197100" y="994550"/>
            <a:ext cx="4498800" cy="3165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2 Agenda slide">
  <p:cSld name="CUSTOM_20_1_3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420625" y="994550"/>
            <a:ext cx="2935200" cy="315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625600" y="1134525"/>
            <a:ext cx="10572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0"/>
              <a:buFont typeface="Arial"/>
              <a:buNone/>
            </a:pPr>
            <a:r>
              <a:rPr lang="en" sz="22500" b="0" i="0" u="none" strike="noStrike" cap="none">
                <a:solidFill>
                  <a:srgbClr val="FFC627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100" b="0" i="0" u="none" strike="noStrike" cap="none">
              <a:solidFill>
                <a:srgbClr val="FFC6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5072075" y="1012025"/>
            <a:ext cx="3624000" cy="316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3 Agenda slide">
  <p:cSld name="CUSTOM_3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title" idx="2"/>
          </p:nvPr>
        </p:nvSpPr>
        <p:spPr>
          <a:xfrm>
            <a:off x="420625" y="2569475"/>
            <a:ext cx="1587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3"/>
          </p:nvPr>
        </p:nvSpPr>
        <p:spPr>
          <a:xfrm>
            <a:off x="424600" y="3048850"/>
            <a:ext cx="1587000" cy="9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title" idx="4"/>
          </p:nvPr>
        </p:nvSpPr>
        <p:spPr>
          <a:xfrm>
            <a:off x="2514600" y="2569475"/>
            <a:ext cx="1587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5"/>
          </p:nvPr>
        </p:nvSpPr>
        <p:spPr>
          <a:xfrm>
            <a:off x="2518575" y="3048850"/>
            <a:ext cx="1587000" cy="9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6"/>
          </p:nvPr>
        </p:nvSpPr>
        <p:spPr>
          <a:xfrm>
            <a:off x="4608575" y="2569475"/>
            <a:ext cx="1587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7"/>
          </p:nvPr>
        </p:nvSpPr>
        <p:spPr>
          <a:xfrm>
            <a:off x="4612550" y="3048850"/>
            <a:ext cx="1587000" cy="9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title" idx="8"/>
          </p:nvPr>
        </p:nvSpPr>
        <p:spPr>
          <a:xfrm>
            <a:off x="6702550" y="2569475"/>
            <a:ext cx="1587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body" idx="9"/>
          </p:nvPr>
        </p:nvSpPr>
        <p:spPr>
          <a:xfrm>
            <a:off x="6706525" y="3048850"/>
            <a:ext cx="1587000" cy="9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erson feature slide options →">
  <p:cSld name="CUSTOM_21_1_1">
    <p:bg>
      <p:bgPr>
        <a:solidFill>
          <a:schemeClr val="accent5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2411725" y="1075653"/>
            <a:ext cx="6288300" cy="29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People and presenter  feature slides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4 person">
  <p:cSld name="CUSTOM_23_1_1_1_1_1_1_2_1_1_1_1_2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>
            <a:spLocks noGrp="1"/>
          </p:cNvSpPr>
          <p:nvPr>
            <p:ph type="pic" idx="2"/>
          </p:nvPr>
        </p:nvSpPr>
        <p:spPr>
          <a:xfrm>
            <a:off x="424902" y="1331576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42327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>
            <a:spLocks noGrp="1"/>
          </p:cNvSpPr>
          <p:nvPr>
            <p:ph type="pic" idx="3"/>
          </p:nvPr>
        </p:nvSpPr>
        <p:spPr>
          <a:xfrm>
            <a:off x="2516227" y="1331576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8"/>
          <p:cNvSpPr>
            <a:spLocks noGrp="1"/>
          </p:cNvSpPr>
          <p:nvPr>
            <p:ph type="pic" idx="4"/>
          </p:nvPr>
        </p:nvSpPr>
        <p:spPr>
          <a:xfrm>
            <a:off x="4607552" y="1331576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18"/>
          <p:cNvSpPr>
            <a:spLocks noGrp="1"/>
          </p:cNvSpPr>
          <p:nvPr>
            <p:ph type="pic" idx="5"/>
          </p:nvPr>
        </p:nvSpPr>
        <p:spPr>
          <a:xfrm>
            <a:off x="6698877" y="1331576"/>
            <a:ext cx="1586700" cy="15867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8"/>
          <p:cNvSpPr txBox="1">
            <a:spLocks noGrp="1"/>
          </p:cNvSpPr>
          <p:nvPr>
            <p:ph type="body" idx="6"/>
          </p:nvPr>
        </p:nvSpPr>
        <p:spPr>
          <a:xfrm>
            <a:off x="42327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7"/>
          </p:nvPr>
        </p:nvSpPr>
        <p:spPr>
          <a:xfrm>
            <a:off x="251622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8"/>
          </p:nvPr>
        </p:nvSpPr>
        <p:spPr>
          <a:xfrm>
            <a:off x="251622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9"/>
          </p:nvPr>
        </p:nvSpPr>
        <p:spPr>
          <a:xfrm>
            <a:off x="460917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3"/>
          </p:nvPr>
        </p:nvSpPr>
        <p:spPr>
          <a:xfrm>
            <a:off x="460917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14"/>
          </p:nvPr>
        </p:nvSpPr>
        <p:spPr>
          <a:xfrm>
            <a:off x="6702125" y="3127975"/>
            <a:ext cx="1828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15"/>
          </p:nvPr>
        </p:nvSpPr>
        <p:spPr>
          <a:xfrm>
            <a:off x="6702125" y="3431800"/>
            <a:ext cx="18282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ubTitle" idx="16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8 person">
  <p:cSld name="CUSTOM_23_1_1_1_1_1_1_2_1_1_1_1_2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>
            <a:spLocks noGrp="1"/>
          </p:cNvSpPr>
          <p:nvPr>
            <p:ph type="pic" idx="2"/>
          </p:nvPr>
        </p:nvSpPr>
        <p:spPr>
          <a:xfrm>
            <a:off x="424901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423275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>
            <a:spLocks noGrp="1"/>
          </p:cNvSpPr>
          <p:nvPr>
            <p:ph type="pic" idx="3"/>
          </p:nvPr>
        </p:nvSpPr>
        <p:spPr>
          <a:xfrm>
            <a:off x="2521314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9"/>
          <p:cNvSpPr>
            <a:spLocks noGrp="1"/>
          </p:cNvSpPr>
          <p:nvPr>
            <p:ph type="pic" idx="4"/>
          </p:nvPr>
        </p:nvSpPr>
        <p:spPr>
          <a:xfrm>
            <a:off x="4617726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9"/>
          <p:cNvSpPr>
            <a:spLocks noGrp="1"/>
          </p:cNvSpPr>
          <p:nvPr>
            <p:ph type="pic" idx="5"/>
          </p:nvPr>
        </p:nvSpPr>
        <p:spPr>
          <a:xfrm>
            <a:off x="6714126" y="1197251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9"/>
          <p:cNvSpPr>
            <a:spLocks noGrp="1"/>
          </p:cNvSpPr>
          <p:nvPr>
            <p:ph type="pic" idx="6"/>
          </p:nvPr>
        </p:nvSpPr>
        <p:spPr>
          <a:xfrm>
            <a:off x="424901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9"/>
          <p:cNvSpPr>
            <a:spLocks noGrp="1"/>
          </p:cNvSpPr>
          <p:nvPr>
            <p:ph type="pic" idx="7"/>
          </p:nvPr>
        </p:nvSpPr>
        <p:spPr>
          <a:xfrm>
            <a:off x="2521314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9"/>
          <p:cNvSpPr>
            <a:spLocks noGrp="1"/>
          </p:cNvSpPr>
          <p:nvPr>
            <p:ph type="pic" idx="8"/>
          </p:nvPr>
        </p:nvSpPr>
        <p:spPr>
          <a:xfrm>
            <a:off x="4617726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9"/>
          <p:cNvSpPr>
            <a:spLocks noGrp="1"/>
          </p:cNvSpPr>
          <p:nvPr>
            <p:ph type="pic" idx="9"/>
          </p:nvPr>
        </p:nvSpPr>
        <p:spPr>
          <a:xfrm>
            <a:off x="6714126" y="3028476"/>
            <a:ext cx="736500" cy="736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9"/>
          <p:cNvSpPr txBox="1">
            <a:spLocks noGrp="1"/>
          </p:cNvSpPr>
          <p:nvPr>
            <p:ph type="body" idx="13"/>
          </p:nvPr>
        </p:nvSpPr>
        <p:spPr>
          <a:xfrm>
            <a:off x="423275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4"/>
          </p:nvPr>
        </p:nvSpPr>
        <p:spPr>
          <a:xfrm>
            <a:off x="25146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5"/>
          </p:nvPr>
        </p:nvSpPr>
        <p:spPr>
          <a:xfrm>
            <a:off x="25146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6"/>
          </p:nvPr>
        </p:nvSpPr>
        <p:spPr>
          <a:xfrm>
            <a:off x="46203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7"/>
          </p:nvPr>
        </p:nvSpPr>
        <p:spPr>
          <a:xfrm>
            <a:off x="46203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18"/>
          </p:nvPr>
        </p:nvSpPr>
        <p:spPr>
          <a:xfrm>
            <a:off x="6726000" y="20212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body" idx="19"/>
          </p:nvPr>
        </p:nvSpPr>
        <p:spPr>
          <a:xfrm>
            <a:off x="6726000" y="22474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20"/>
          </p:nvPr>
        </p:nvSpPr>
        <p:spPr>
          <a:xfrm>
            <a:off x="423275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1"/>
          </p:nvPr>
        </p:nvSpPr>
        <p:spPr>
          <a:xfrm>
            <a:off x="423275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22"/>
          </p:nvPr>
        </p:nvSpPr>
        <p:spPr>
          <a:xfrm>
            <a:off x="25146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23"/>
          </p:nvPr>
        </p:nvSpPr>
        <p:spPr>
          <a:xfrm>
            <a:off x="25146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24"/>
          </p:nvPr>
        </p:nvSpPr>
        <p:spPr>
          <a:xfrm>
            <a:off x="46203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25"/>
          </p:nvPr>
        </p:nvSpPr>
        <p:spPr>
          <a:xfrm>
            <a:off x="46203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26"/>
          </p:nvPr>
        </p:nvSpPr>
        <p:spPr>
          <a:xfrm>
            <a:off x="6726000" y="38546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b="1" i="0" u="none" strike="noStrike" cap="none">
                <a:solidFill>
                  <a:srgbClr val="000000"/>
                </a:solidFill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body" idx="27"/>
          </p:nvPr>
        </p:nvSpPr>
        <p:spPr>
          <a:xfrm>
            <a:off x="6726000" y="4080800"/>
            <a:ext cx="19908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  <a:defRPr sz="1000" i="0" u="none" strike="noStrike" cap="none">
                <a:solidFill>
                  <a:srgbClr val="000000"/>
                </a:solidFill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 sz="1000" i="0" u="none" strike="noStrike" cap="none">
                <a:solidFill>
                  <a:srgbClr val="000000"/>
                </a:solidFill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000"/>
              <a:buChar char="■"/>
              <a:defRPr sz="10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subTitle" idx="28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6 person">
  <p:cSld name="CUSTOM_23_1_1_1_1_1_1_2_1_1_1_1_2_2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>
            <a:spLocks noGrp="1"/>
          </p:cNvSpPr>
          <p:nvPr>
            <p:ph type="pic" idx="2"/>
          </p:nvPr>
        </p:nvSpPr>
        <p:spPr>
          <a:xfrm>
            <a:off x="424900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1"/>
          </p:nvPr>
        </p:nvSpPr>
        <p:spPr>
          <a:xfrm>
            <a:off x="427950" y="756000"/>
            <a:ext cx="8268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3"/>
          </p:nvPr>
        </p:nvSpPr>
        <p:spPr>
          <a:xfrm>
            <a:off x="167747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0"/>
          <p:cNvSpPr>
            <a:spLocks noGrp="1"/>
          </p:cNvSpPr>
          <p:nvPr>
            <p:ph type="pic" idx="4"/>
          </p:nvPr>
        </p:nvSpPr>
        <p:spPr>
          <a:xfrm>
            <a:off x="424900" y="2791850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0"/>
          <p:cNvSpPr txBox="1">
            <a:spLocks noGrp="1"/>
          </p:cNvSpPr>
          <p:nvPr>
            <p:ph type="body" idx="5"/>
          </p:nvPr>
        </p:nvSpPr>
        <p:spPr>
          <a:xfrm>
            <a:off x="167747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0"/>
          <p:cNvSpPr>
            <a:spLocks noGrp="1"/>
          </p:cNvSpPr>
          <p:nvPr>
            <p:ph type="pic" idx="6"/>
          </p:nvPr>
        </p:nvSpPr>
        <p:spPr>
          <a:xfrm>
            <a:off x="3255275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0"/>
          <p:cNvSpPr txBox="1">
            <a:spLocks noGrp="1"/>
          </p:cNvSpPr>
          <p:nvPr>
            <p:ph type="body" idx="7"/>
          </p:nvPr>
        </p:nvSpPr>
        <p:spPr>
          <a:xfrm>
            <a:off x="4507850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>
            <a:spLocks noGrp="1"/>
          </p:cNvSpPr>
          <p:nvPr>
            <p:ph type="pic" idx="8"/>
          </p:nvPr>
        </p:nvSpPr>
        <p:spPr>
          <a:xfrm>
            <a:off x="3255275" y="2791850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0"/>
          <p:cNvSpPr txBox="1">
            <a:spLocks noGrp="1"/>
          </p:cNvSpPr>
          <p:nvPr>
            <p:ph type="body" idx="9"/>
          </p:nvPr>
        </p:nvSpPr>
        <p:spPr>
          <a:xfrm>
            <a:off x="4507850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>
            <a:spLocks noGrp="1"/>
          </p:cNvSpPr>
          <p:nvPr>
            <p:ph type="pic" idx="13"/>
          </p:nvPr>
        </p:nvSpPr>
        <p:spPr>
          <a:xfrm>
            <a:off x="6085650" y="1306975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20"/>
          <p:cNvSpPr txBox="1">
            <a:spLocks noGrp="1"/>
          </p:cNvSpPr>
          <p:nvPr>
            <p:ph type="body" idx="14"/>
          </p:nvPr>
        </p:nvSpPr>
        <p:spPr>
          <a:xfrm>
            <a:off x="7338225" y="1429975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>
            <a:spLocks noGrp="1"/>
          </p:cNvSpPr>
          <p:nvPr>
            <p:ph type="pic" idx="15"/>
          </p:nvPr>
        </p:nvSpPr>
        <p:spPr>
          <a:xfrm>
            <a:off x="6085650" y="2791850"/>
            <a:ext cx="1147800" cy="11478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20"/>
          <p:cNvSpPr txBox="1">
            <a:spLocks noGrp="1"/>
          </p:cNvSpPr>
          <p:nvPr>
            <p:ph type="body" idx="16"/>
          </p:nvPr>
        </p:nvSpPr>
        <p:spPr>
          <a:xfrm>
            <a:off x="7338225" y="2914850"/>
            <a:ext cx="1257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1 Person feature slide - 9 person">
  <p:cSld name="CUSTOM_23_1_1_1_1_1_1_2_1_1_1_1_2_2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>
            <a:spLocks noGrp="1"/>
          </p:cNvSpPr>
          <p:nvPr>
            <p:ph type="pic" idx="2"/>
          </p:nvPr>
        </p:nvSpPr>
        <p:spPr>
          <a:xfrm>
            <a:off x="424900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268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1"/>
          </p:nvPr>
        </p:nvSpPr>
        <p:spPr>
          <a:xfrm>
            <a:off x="427950" y="756000"/>
            <a:ext cx="8268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3"/>
          </p:nvPr>
        </p:nvSpPr>
        <p:spPr>
          <a:xfrm>
            <a:off x="1572775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>
            <a:spLocks noGrp="1"/>
          </p:cNvSpPr>
          <p:nvPr>
            <p:ph type="pic" idx="4"/>
          </p:nvPr>
        </p:nvSpPr>
        <p:spPr>
          <a:xfrm>
            <a:off x="424900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1"/>
          <p:cNvSpPr txBox="1">
            <a:spLocks noGrp="1"/>
          </p:cNvSpPr>
          <p:nvPr>
            <p:ph type="body" idx="5"/>
          </p:nvPr>
        </p:nvSpPr>
        <p:spPr>
          <a:xfrm>
            <a:off x="1572775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>
            <a:spLocks noGrp="1"/>
          </p:cNvSpPr>
          <p:nvPr>
            <p:ph type="pic" idx="6"/>
          </p:nvPr>
        </p:nvSpPr>
        <p:spPr>
          <a:xfrm>
            <a:off x="424900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21"/>
          <p:cNvSpPr txBox="1">
            <a:spLocks noGrp="1"/>
          </p:cNvSpPr>
          <p:nvPr>
            <p:ph type="body" idx="7"/>
          </p:nvPr>
        </p:nvSpPr>
        <p:spPr>
          <a:xfrm>
            <a:off x="1572775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>
            <a:spLocks noGrp="1"/>
          </p:cNvSpPr>
          <p:nvPr>
            <p:ph type="pic" idx="8"/>
          </p:nvPr>
        </p:nvSpPr>
        <p:spPr>
          <a:xfrm>
            <a:off x="3271187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1"/>
          <p:cNvSpPr txBox="1">
            <a:spLocks noGrp="1"/>
          </p:cNvSpPr>
          <p:nvPr>
            <p:ph type="body" idx="9"/>
          </p:nvPr>
        </p:nvSpPr>
        <p:spPr>
          <a:xfrm>
            <a:off x="44190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>
            <a:spLocks noGrp="1"/>
          </p:cNvSpPr>
          <p:nvPr>
            <p:ph type="pic" idx="13"/>
          </p:nvPr>
        </p:nvSpPr>
        <p:spPr>
          <a:xfrm>
            <a:off x="3271187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1"/>
          <p:cNvSpPr txBox="1">
            <a:spLocks noGrp="1"/>
          </p:cNvSpPr>
          <p:nvPr>
            <p:ph type="body" idx="14"/>
          </p:nvPr>
        </p:nvSpPr>
        <p:spPr>
          <a:xfrm>
            <a:off x="44190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>
            <a:spLocks noGrp="1"/>
          </p:cNvSpPr>
          <p:nvPr>
            <p:ph type="pic" idx="15"/>
          </p:nvPr>
        </p:nvSpPr>
        <p:spPr>
          <a:xfrm>
            <a:off x="3271187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21"/>
          <p:cNvSpPr txBox="1">
            <a:spLocks noGrp="1"/>
          </p:cNvSpPr>
          <p:nvPr>
            <p:ph type="body" idx="16"/>
          </p:nvPr>
        </p:nvSpPr>
        <p:spPr>
          <a:xfrm>
            <a:off x="44190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1"/>
          <p:cNvSpPr>
            <a:spLocks noGrp="1"/>
          </p:cNvSpPr>
          <p:nvPr>
            <p:ph type="pic" idx="17"/>
          </p:nvPr>
        </p:nvSpPr>
        <p:spPr>
          <a:xfrm>
            <a:off x="6117487" y="11972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1"/>
          <p:cNvSpPr txBox="1">
            <a:spLocks noGrp="1"/>
          </p:cNvSpPr>
          <p:nvPr>
            <p:ph type="body" idx="18"/>
          </p:nvPr>
        </p:nvSpPr>
        <p:spPr>
          <a:xfrm>
            <a:off x="7265363" y="12226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1"/>
          <p:cNvSpPr>
            <a:spLocks noGrp="1"/>
          </p:cNvSpPr>
          <p:nvPr>
            <p:ph type="pic" idx="19"/>
          </p:nvPr>
        </p:nvSpPr>
        <p:spPr>
          <a:xfrm>
            <a:off x="6117487" y="237710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21"/>
          <p:cNvSpPr txBox="1">
            <a:spLocks noGrp="1"/>
          </p:cNvSpPr>
          <p:nvPr>
            <p:ph type="body" idx="20"/>
          </p:nvPr>
        </p:nvSpPr>
        <p:spPr>
          <a:xfrm>
            <a:off x="7265363" y="240245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1"/>
          <p:cNvSpPr>
            <a:spLocks noGrp="1"/>
          </p:cNvSpPr>
          <p:nvPr>
            <p:ph type="pic" idx="21"/>
          </p:nvPr>
        </p:nvSpPr>
        <p:spPr>
          <a:xfrm>
            <a:off x="6117487" y="3556950"/>
            <a:ext cx="952500" cy="9525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21"/>
          <p:cNvSpPr txBox="1">
            <a:spLocks noGrp="1"/>
          </p:cNvSpPr>
          <p:nvPr>
            <p:ph type="body" idx="22"/>
          </p:nvPr>
        </p:nvSpPr>
        <p:spPr>
          <a:xfrm>
            <a:off x="7265363" y="3582300"/>
            <a:ext cx="13623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 i="0" u="none" strike="noStrike" cap="none">
                <a:solidFill>
                  <a:srgbClr val="000000"/>
                </a:solidFill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 i="0" u="none" strike="noStrike" cap="none">
                <a:solidFill>
                  <a:srgbClr val="000000"/>
                </a:solidFill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Char char="■"/>
              <a:defRPr sz="12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2 person">
  <p:cSld name="CUSTOM_22_1_1_1_1_1_1_1_1_1_1_1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2"/>
          <p:cNvSpPr>
            <a:spLocks noGrp="1"/>
          </p:cNvSpPr>
          <p:nvPr>
            <p:ph type="pic" idx="2"/>
          </p:nvPr>
        </p:nvSpPr>
        <p:spPr>
          <a:xfrm>
            <a:off x="3355850" y="888077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2"/>
          <p:cNvSpPr>
            <a:spLocks noGrp="1"/>
          </p:cNvSpPr>
          <p:nvPr>
            <p:ph type="pic" idx="3"/>
          </p:nvPr>
        </p:nvSpPr>
        <p:spPr>
          <a:xfrm>
            <a:off x="6178675" y="888024"/>
            <a:ext cx="2627100" cy="30033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3355800" y="4050675"/>
            <a:ext cx="26271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7" name="Google Shape;187;p22"/>
          <p:cNvSpPr txBox="1">
            <a:spLocks noGrp="1"/>
          </p:cNvSpPr>
          <p:nvPr>
            <p:ph type="body" idx="4"/>
          </p:nvPr>
        </p:nvSpPr>
        <p:spPr>
          <a:xfrm>
            <a:off x="6208408" y="4050675"/>
            <a:ext cx="2597400" cy="7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subTitle" idx="5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3 person">
  <p:cSld name="CUSTOM_23_1_1_1_1_1_1_1_1_1_1_1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3"/>
          <p:cNvSpPr>
            <a:spLocks noGrp="1"/>
          </p:cNvSpPr>
          <p:nvPr>
            <p:ph type="pic" idx="2"/>
          </p:nvPr>
        </p:nvSpPr>
        <p:spPr>
          <a:xfrm>
            <a:off x="3355850" y="890401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"/>
          <p:cNvSpPr>
            <a:spLocks noGrp="1"/>
          </p:cNvSpPr>
          <p:nvPr>
            <p:ph type="pic" idx="3"/>
          </p:nvPr>
        </p:nvSpPr>
        <p:spPr>
          <a:xfrm>
            <a:off x="5215455" y="890360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3"/>
          <p:cNvSpPr>
            <a:spLocks noGrp="1"/>
          </p:cNvSpPr>
          <p:nvPr>
            <p:ph type="pic" idx="4"/>
          </p:nvPr>
        </p:nvSpPr>
        <p:spPr>
          <a:xfrm>
            <a:off x="7075073" y="890387"/>
            <a:ext cx="1730700" cy="2355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3355800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5"/>
          </p:nvPr>
        </p:nvSpPr>
        <p:spPr>
          <a:xfrm>
            <a:off x="5256575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6"/>
          </p:nvPr>
        </p:nvSpPr>
        <p:spPr>
          <a:xfrm>
            <a:off x="7099075" y="3488427"/>
            <a:ext cx="1730700" cy="13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subTitle" idx="7"/>
          </p:nvPr>
        </p:nvSpPr>
        <p:spPr>
          <a:xfrm>
            <a:off x="420625" y="890400"/>
            <a:ext cx="24189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2 Person feature slide - 4 person">
  <p:cSld name="CUSTOM_22_1_1_1_1_1_1_1_1_1_1_1_2_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419750" y="3153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u="none" strike="noStrike" cap="none">
                <a:solidFill>
                  <a:schemeClr val="dk1"/>
                </a:solidFill>
                <a:highlight>
                  <a:schemeClr val="accent1"/>
                </a:highlight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24"/>
          <p:cNvSpPr>
            <a:spLocks noGrp="1"/>
          </p:cNvSpPr>
          <p:nvPr>
            <p:ph type="pic" idx="2"/>
          </p:nvPr>
        </p:nvSpPr>
        <p:spPr>
          <a:xfrm>
            <a:off x="3355850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24"/>
          <p:cNvSpPr>
            <a:spLocks noGrp="1"/>
          </p:cNvSpPr>
          <p:nvPr>
            <p:ph type="pic" idx="3"/>
          </p:nvPr>
        </p:nvSpPr>
        <p:spPr>
          <a:xfrm>
            <a:off x="4747126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4"/>
          <p:cNvSpPr>
            <a:spLocks noGrp="1"/>
          </p:cNvSpPr>
          <p:nvPr>
            <p:ph type="pic" idx="4"/>
          </p:nvPr>
        </p:nvSpPr>
        <p:spPr>
          <a:xfrm>
            <a:off x="6131302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4"/>
          <p:cNvSpPr>
            <a:spLocks noGrp="1"/>
          </p:cNvSpPr>
          <p:nvPr>
            <p:ph type="pic" idx="5"/>
          </p:nvPr>
        </p:nvSpPr>
        <p:spPr>
          <a:xfrm>
            <a:off x="7515479" y="895435"/>
            <a:ext cx="1290300" cy="16665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4"/>
          <p:cNvSpPr txBox="1">
            <a:spLocks noGrp="1"/>
          </p:cNvSpPr>
          <p:nvPr>
            <p:ph type="body" idx="1"/>
          </p:nvPr>
        </p:nvSpPr>
        <p:spPr>
          <a:xfrm>
            <a:off x="3355850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body" idx="6"/>
          </p:nvPr>
        </p:nvSpPr>
        <p:spPr>
          <a:xfrm>
            <a:off x="4759429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body" idx="7"/>
          </p:nvPr>
        </p:nvSpPr>
        <p:spPr>
          <a:xfrm>
            <a:off x="6131296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body" idx="8"/>
          </p:nvPr>
        </p:nvSpPr>
        <p:spPr>
          <a:xfrm>
            <a:off x="7534875" y="2761875"/>
            <a:ext cx="1278000" cy="206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9"/>
          </p:nvPr>
        </p:nvSpPr>
        <p:spPr>
          <a:xfrm>
            <a:off x="420625" y="890400"/>
            <a:ext cx="2414100" cy="167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 intro slide options →">
  <p:cSld name="CUSTOM_20_1_1">
    <p:bg>
      <p:bgPr>
        <a:solidFill>
          <a:schemeClr val="accent5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/>
        </p:nvSpPr>
        <p:spPr>
          <a:xfrm>
            <a:off x="2411725" y="1574245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Section intros and dividers</a:t>
            </a:r>
            <a:endParaRPr sz="7200" b="1">
              <a:solidFill>
                <a:srgbClr val="FFFFFF"/>
              </a:solidFill>
              <a:highlight>
                <a:srgbClr val="191919"/>
              </a:highlight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White">
  <p:cSld name="CUSTOM_19_1_1_2">
    <p:bg>
      <p:bgPr>
        <a:solidFill>
          <a:schemeClr val="lt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6"/>
          <p:cNvPicPr preferRelativeResize="0"/>
          <p:nvPr/>
        </p:nvPicPr>
        <p:blipFill rotWithShape="1">
          <a:blip r:embed="rId2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Black">
  <p:cSld name="CUSTOM_19_1_1"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Gold">
  <p:cSld name="CUSTOM_20_1_2">
    <p:bg>
      <p:bgPr>
        <a:solidFill>
          <a:schemeClr val="accen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1 Section intro slide - Maroon">
  <p:cSld name="CUSTOM_19_1_2">
    <p:bg>
      <p:bgPr>
        <a:solidFill>
          <a:schemeClr val="accent2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>
            <a:spLocks noGrp="1"/>
          </p:cNvSpPr>
          <p:nvPr>
            <p:ph type="ctrTitle"/>
          </p:nvPr>
        </p:nvSpPr>
        <p:spPr>
          <a:xfrm>
            <a:off x="420625" y="994550"/>
            <a:ext cx="8275200" cy="29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subTitle" idx="1"/>
          </p:nvPr>
        </p:nvSpPr>
        <p:spPr>
          <a:xfrm>
            <a:off x="420600" y="3931450"/>
            <a:ext cx="8275200" cy="2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Gold">
  <p:cSld name="CUSTOM_23_1_1_3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Black">
  <p:cSld name="CUSTOM_22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3200"/>
              <a:buNone/>
              <a:defRPr sz="32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Maroon">
  <p:cSld name="CUSTOM_22_1_1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2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2 Section intro slide - Photo">
  <p:cSld name="CUSTOM_22_1_1_1_2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>
            <a:spLocks noGrp="1"/>
          </p:cNvSpPr>
          <p:nvPr>
            <p:ph type="pic" idx="2"/>
          </p:nvPr>
        </p:nvSpPr>
        <p:spPr>
          <a:xfrm>
            <a:off x="100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3"/>
          <p:cNvSpPr txBox="1">
            <a:spLocks noGrp="1"/>
          </p:cNvSpPr>
          <p:nvPr>
            <p:ph type="title"/>
          </p:nvPr>
        </p:nvSpPr>
        <p:spPr>
          <a:xfrm>
            <a:off x="436325" y="1816550"/>
            <a:ext cx="8362800" cy="15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33"/>
          <p:cNvSpPr txBox="1">
            <a:spLocks noGrp="1"/>
          </p:cNvSpPr>
          <p:nvPr>
            <p:ph type="title" idx="3"/>
          </p:nvPr>
        </p:nvSpPr>
        <p:spPr>
          <a:xfrm>
            <a:off x="0" y="1816500"/>
            <a:ext cx="9144000" cy="1530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411475" tIns="182875" rIns="411475" bIns="1828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 b="1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White">
  <p:cSld name="CUSTOM_23_1_1_1_1_2_1_1_1_1_1_1_1_1_2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Black">
  <p:cSld name="CUSTOM_23_1_1_1_1_2_1_1_1_1_1_1_1_1_2_1_1">
    <p:bg>
      <p:bgPr>
        <a:solidFill>
          <a:schemeClr val="dk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56" name="Google Shape;256;p35"/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Gold">
  <p:cSld name="CUSTOM_23_1_1_1_1_2_1_1_1_1_1_1_1_1_2_1_1_1">
    <p:bg>
      <p:bgPr>
        <a:solidFill>
          <a:schemeClr val="accen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261" name="Google Shape;261;p36"/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3 Section intro slide - Maroon">
  <p:cSld name="CUSTOM_23_1_1_1_1_2_1_1_1_1_1_1_1_1_2_1_1_1_1">
    <p:bg>
      <p:bgPr>
        <a:solidFill>
          <a:schemeClr val="accent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title"/>
          </p:nvPr>
        </p:nvSpPr>
        <p:spPr>
          <a:xfrm>
            <a:off x="420625" y="1144075"/>
            <a:ext cx="2414100" cy="290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subTitle" idx="1"/>
          </p:nvPr>
        </p:nvSpPr>
        <p:spPr>
          <a:xfrm>
            <a:off x="420625" y="737450"/>
            <a:ext cx="2414100" cy="257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266" name="Google Shape;266;p37"/>
          <p:cNvSpPr>
            <a:spLocks noGrp="1"/>
          </p:cNvSpPr>
          <p:nvPr>
            <p:ph type="pic" idx="2"/>
          </p:nvPr>
        </p:nvSpPr>
        <p:spPr>
          <a:xfrm>
            <a:off x="3255275" y="0"/>
            <a:ext cx="588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4 Section intro slide">
  <p:cSld name="CUSTOM_23_1_1_2_1_1_1_1_1_1_1_1_2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>
            <a:spLocks noGrp="1"/>
          </p:cNvSpPr>
          <p:nvPr>
            <p:ph type="pic" idx="2"/>
          </p:nvPr>
        </p:nvSpPr>
        <p:spPr>
          <a:xfrm>
            <a:off x="9225" y="-92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38"/>
          <p:cNvSpPr txBox="1">
            <a:spLocks noGrp="1"/>
          </p:cNvSpPr>
          <p:nvPr>
            <p:ph type="title"/>
          </p:nvPr>
        </p:nvSpPr>
        <p:spPr>
          <a:xfrm>
            <a:off x="320175" y="320050"/>
            <a:ext cx="2514600" cy="8694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1"/>
          </p:nvPr>
        </p:nvSpPr>
        <p:spPr>
          <a:xfrm>
            <a:off x="320050" y="1189450"/>
            <a:ext cx="2514600" cy="12003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itle and text slide options →">
  <p:cSld name="CUSTOM_23_1_1_2">
    <p:bg>
      <p:bgPr>
        <a:solidFill>
          <a:schemeClr val="accent5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/>
        </p:nvSpPr>
        <p:spPr>
          <a:xfrm>
            <a:off x="2411725" y="15984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Title and</a:t>
            </a:r>
            <a:b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</a:br>
            <a:r>
              <a:rPr lang="en" sz="7200" b="1">
                <a:solidFill>
                  <a:srgbClr val="FFFFFF"/>
                </a:solidFill>
                <a:highlight>
                  <a:srgbClr val="191919"/>
                </a:highlight>
              </a:rPr>
              <a:t>text slides</a:t>
            </a:r>
            <a:endParaRPr sz="7200" b="1">
              <a:solidFill>
                <a:srgbClr val="191919"/>
              </a:solidFill>
            </a:endParaRPr>
          </a:p>
        </p:txBody>
      </p:sp>
      <p:sp>
        <p:nvSpPr>
          <p:cNvPr id="275" name="Google Shape;275;p39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slide">
  <p:cSld name="CUSTOM_22_1_1_1_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40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82716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slide with subtitle">
  <p:cSld name="CUSTOM_22_1_1_1_1_1_2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41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4" name="Google Shape;284;p41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1 column - White">
  <p:cSld name="CUSTOM_22_1_1_1_1_1_1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42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82716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89" name="Google Shape;289;p42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1 column - Black">
  <p:cSld name="CUSTOM_23_1_1_1_1_3">
    <p:bg>
      <p:bgPr>
        <a:solidFill>
          <a:schemeClr val="dk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43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43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827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2 column - White">
  <p:cSld name="CUSTOM_22_1_1_1_1_1_1_3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4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44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44"/>
          <p:cNvSpPr txBox="1">
            <a:spLocks noGrp="1"/>
          </p:cNvSpPr>
          <p:nvPr>
            <p:ph type="body" idx="3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01" name="Google Shape;301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2 column - Black">
  <p:cSld name="CUSTOM_22_1_1_1_1_1_1_3_1"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5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1055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45"/>
          <p:cNvSpPr txBox="1">
            <a:spLocks noGrp="1"/>
          </p:cNvSpPr>
          <p:nvPr>
            <p:ph type="body" idx="3"/>
          </p:nvPr>
        </p:nvSpPr>
        <p:spPr>
          <a:xfrm>
            <a:off x="4617725" y="1125700"/>
            <a:ext cx="4078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3 column - White">
  <p:cSld name="CUSTOM_22_1_1_1_1_1_1_3_2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46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6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12" name="Google Shape;312;p46"/>
          <p:cNvSpPr txBox="1">
            <a:spLocks noGrp="1"/>
          </p:cNvSpPr>
          <p:nvPr>
            <p:ph type="body" idx="3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13" name="Google Shape;313;p46"/>
          <p:cNvSpPr txBox="1">
            <a:spLocks noGrp="1"/>
          </p:cNvSpPr>
          <p:nvPr>
            <p:ph type="body" idx="4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14" name="Google Shape;314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3 column - Black">
  <p:cSld name="CUSTOM_22_1_1_1_1_1_1_3_2_1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47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7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2725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9" name="Google Shape;319;p47"/>
          <p:cNvSpPr txBox="1">
            <a:spLocks noGrp="1"/>
          </p:cNvSpPr>
          <p:nvPr>
            <p:ph type="body" idx="3"/>
          </p:nvPr>
        </p:nvSpPr>
        <p:spPr>
          <a:xfrm>
            <a:off x="3206742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47"/>
          <p:cNvSpPr txBox="1">
            <a:spLocks noGrp="1"/>
          </p:cNvSpPr>
          <p:nvPr>
            <p:ph type="body" idx="4"/>
          </p:nvPr>
        </p:nvSpPr>
        <p:spPr>
          <a:xfrm>
            <a:off x="5989000" y="1125700"/>
            <a:ext cx="2707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1" name="Google Shape;321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4 column - White">
  <p:cSld name="CUSTOM_22_1_1_1_1_1_1_3_2_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48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48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26" name="Google Shape;326;p48"/>
          <p:cNvSpPr txBox="1">
            <a:spLocks noGrp="1"/>
          </p:cNvSpPr>
          <p:nvPr>
            <p:ph type="body" idx="3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48"/>
          <p:cNvSpPr txBox="1">
            <a:spLocks noGrp="1"/>
          </p:cNvSpPr>
          <p:nvPr>
            <p:ph type="body" idx="4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28" name="Google Shape;328;p48"/>
          <p:cNvSpPr txBox="1">
            <a:spLocks noGrp="1"/>
          </p:cNvSpPr>
          <p:nvPr>
            <p:ph type="body" idx="5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1 Title and text slide - 4 column - Black">
  <p:cSld name="CUSTOM_22_1_1_1_1_1_1_3_2_2_1"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9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3"/>
          </p:nvPr>
        </p:nvSpPr>
        <p:spPr>
          <a:xfrm>
            <a:off x="2514600" y="1125700"/>
            <a:ext cx="2011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body" idx="4"/>
          </p:nvPr>
        </p:nvSpPr>
        <p:spPr>
          <a:xfrm>
            <a:off x="4620525" y="1125700"/>
            <a:ext cx="1993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49"/>
          <p:cNvSpPr txBox="1">
            <a:spLocks noGrp="1"/>
          </p:cNvSpPr>
          <p:nvPr>
            <p:ph type="body" idx="5"/>
          </p:nvPr>
        </p:nvSpPr>
        <p:spPr>
          <a:xfrm>
            <a:off x="6711700" y="1125700"/>
            <a:ext cx="19842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7" name="Google Shape;337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709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2 column">
  <p:cSld name="CUSTOM_23_1_1_1_1_2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50"/>
          <p:cNvCxnSpPr/>
          <p:nvPr/>
        </p:nvCxnSpPr>
        <p:spPr>
          <a:xfrm>
            <a:off x="4572456" y="1245696"/>
            <a:ext cx="0" cy="2945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5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1" name="Google Shape;341;p50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50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50"/>
          <p:cNvSpPr txBox="1">
            <a:spLocks noGrp="1"/>
          </p:cNvSpPr>
          <p:nvPr>
            <p:ph type="body" idx="3"/>
          </p:nvPr>
        </p:nvSpPr>
        <p:spPr>
          <a:xfrm>
            <a:off x="4664550" y="1125700"/>
            <a:ext cx="40314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3 column">
  <p:cSld name="CUSTOM_22_1_1_1_1_1_1_2_2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>
            <a:spLocks noGrp="1"/>
          </p:cNvSpPr>
          <p:nvPr>
            <p:ph type="body" idx="1"/>
          </p:nvPr>
        </p:nvSpPr>
        <p:spPr>
          <a:xfrm>
            <a:off x="420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7" name="Google Shape;347;p51"/>
          <p:cNvSpPr txBox="1">
            <a:spLocks noGrp="1"/>
          </p:cNvSpPr>
          <p:nvPr>
            <p:ph type="body" idx="2"/>
          </p:nvPr>
        </p:nvSpPr>
        <p:spPr>
          <a:xfrm>
            <a:off x="3352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8" name="Google Shape;348;p51"/>
          <p:cNvSpPr txBox="1">
            <a:spLocks noGrp="1"/>
          </p:cNvSpPr>
          <p:nvPr>
            <p:ph type="body" idx="3"/>
          </p:nvPr>
        </p:nvSpPr>
        <p:spPr>
          <a:xfrm>
            <a:off x="6284900" y="1125700"/>
            <a:ext cx="2413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49" name="Google Shape;349;p5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50" name="Google Shape;350;p51"/>
          <p:cNvCxnSpPr/>
          <p:nvPr/>
        </p:nvCxnSpPr>
        <p:spPr>
          <a:xfrm>
            <a:off x="3093809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Google Shape;351;p51"/>
          <p:cNvSpPr txBox="1">
            <a:spLocks noGrp="1"/>
          </p:cNvSpPr>
          <p:nvPr>
            <p:ph type="subTitle" idx="4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352" name="Google Shape;352;p51"/>
          <p:cNvCxnSpPr/>
          <p:nvPr/>
        </p:nvCxnSpPr>
        <p:spPr>
          <a:xfrm>
            <a:off x="6039142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" name="Google Shape;35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4 column">
  <p:cSld name="CUSTOM_23_1_1_1_1_1_1_1_1_3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52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357" name="Google Shape;357;p52"/>
          <p:cNvCxnSpPr/>
          <p:nvPr/>
        </p:nvCxnSpPr>
        <p:spPr>
          <a:xfrm>
            <a:off x="246666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8" name="Google Shape;358;p52"/>
          <p:cNvSpPr txBox="1">
            <a:spLocks noGrp="1"/>
          </p:cNvSpPr>
          <p:nvPr>
            <p:ph type="body" idx="2"/>
          </p:nvPr>
        </p:nvSpPr>
        <p:spPr>
          <a:xfrm>
            <a:off x="42090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359" name="Google Shape;359;p52"/>
          <p:cNvCxnSpPr/>
          <p:nvPr/>
        </p:nvCxnSpPr>
        <p:spPr>
          <a:xfrm>
            <a:off x="4571988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52"/>
          <p:cNvCxnSpPr/>
          <p:nvPr/>
        </p:nvCxnSpPr>
        <p:spPr>
          <a:xfrm>
            <a:off x="6658413" y="1189525"/>
            <a:ext cx="0" cy="2986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1" name="Google Shape;361;p52"/>
          <p:cNvSpPr txBox="1">
            <a:spLocks noGrp="1"/>
          </p:cNvSpPr>
          <p:nvPr>
            <p:ph type="body" idx="3"/>
          </p:nvPr>
        </p:nvSpPr>
        <p:spPr>
          <a:xfrm>
            <a:off x="6798850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2" name="Google Shape;362;p52"/>
          <p:cNvSpPr txBox="1">
            <a:spLocks noGrp="1"/>
          </p:cNvSpPr>
          <p:nvPr>
            <p:ph type="body" idx="4"/>
          </p:nvPr>
        </p:nvSpPr>
        <p:spPr>
          <a:xfrm>
            <a:off x="4664813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3" name="Google Shape;363;p52"/>
          <p:cNvSpPr txBox="1">
            <a:spLocks noGrp="1"/>
          </p:cNvSpPr>
          <p:nvPr>
            <p:ph type="body" idx="5"/>
          </p:nvPr>
        </p:nvSpPr>
        <p:spPr>
          <a:xfrm>
            <a:off x="2568925" y="1125700"/>
            <a:ext cx="1900800" cy="30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4" name="Google Shape;364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2 Title and text slide - 4 text areas">
  <p:cSld name="CUSTOM_23_1_1_1_1_1_1_2_2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53"/>
          <p:cNvCxnSpPr/>
          <p:nvPr/>
        </p:nvCxnSpPr>
        <p:spPr>
          <a:xfrm>
            <a:off x="4572456" y="111289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7" name="Google Shape;367;p5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53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53"/>
          <p:cNvSpPr txBox="1">
            <a:spLocks noGrp="1"/>
          </p:cNvSpPr>
          <p:nvPr>
            <p:ph type="body" idx="2"/>
          </p:nvPr>
        </p:nvSpPr>
        <p:spPr>
          <a:xfrm>
            <a:off x="4693400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0" name="Google Shape;370;p53"/>
          <p:cNvSpPr txBox="1">
            <a:spLocks noGrp="1"/>
          </p:cNvSpPr>
          <p:nvPr>
            <p:ph type="body" idx="3"/>
          </p:nvPr>
        </p:nvSpPr>
        <p:spPr>
          <a:xfrm>
            <a:off x="420625" y="112570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cxnSp>
        <p:nvCxnSpPr>
          <p:cNvPr id="371" name="Google Shape;371;p53"/>
          <p:cNvCxnSpPr/>
          <p:nvPr/>
        </p:nvCxnSpPr>
        <p:spPr>
          <a:xfrm>
            <a:off x="4572456" y="2719645"/>
            <a:ext cx="0" cy="1452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p53"/>
          <p:cNvSpPr txBox="1">
            <a:spLocks noGrp="1"/>
          </p:cNvSpPr>
          <p:nvPr>
            <p:ph type="body" idx="4"/>
          </p:nvPr>
        </p:nvSpPr>
        <p:spPr>
          <a:xfrm>
            <a:off x="4693400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3" name="Google Shape;373;p53"/>
          <p:cNvSpPr txBox="1">
            <a:spLocks noGrp="1"/>
          </p:cNvSpPr>
          <p:nvPr>
            <p:ph type="body" idx="5"/>
          </p:nvPr>
        </p:nvSpPr>
        <p:spPr>
          <a:xfrm>
            <a:off x="420625" y="2732450"/>
            <a:ext cx="4002600" cy="144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4" name="Google Shape;374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Gray">
  <p:cSld name="CUSTOM_23_1_1_1_1_1_1_2_1_1_1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4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54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54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Gold">
  <p:cSld name="CUSTOM_23_1_1_1_1_1_1_2_1_1_1_1_1_1_5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5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55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55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Black">
  <p:cSld name="CUSTOM_23_1_1_1_1_1_1_2_1_1_1_1_1_1_2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6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0" name="Google Shape;390;p56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56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2" name="Google Shape;392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1 column - Maroon">
  <p:cSld name="CUSTOM_23_1_1_1_1_1_1_2_1_1_1_1_1_1_2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6" name="Google Shape;396;p57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57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8272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Gray">
  <p:cSld name="CUSTOM_23_1_1_1_1_1_1_2_1_1_1_1_1_1_4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8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58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58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58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Gold">
  <p:cSld name="CUSTOM_23_1_1_1_1_1_1_2_1_1_1_1_1_1_4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9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9" name="Google Shape;409;p59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59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1" name="Google Shape;411;p59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2" name="Google Shape;412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Black">
  <p:cSld name="CUSTOM_23_1_1_1_1_1_1_2_1_1_1_1_1_1_2_4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0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60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60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8" name="Google Shape;418;p60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9" name="Google Shape;419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2 column - Maroon">
  <p:cSld name="CUSTOM_23_1_1_1_1_1_1_2_1_1_1_1_1_1_2_1_3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1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1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61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61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41031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61"/>
          <p:cNvSpPr txBox="1">
            <a:spLocks noGrp="1"/>
          </p:cNvSpPr>
          <p:nvPr>
            <p:ph type="body" idx="3"/>
          </p:nvPr>
        </p:nvSpPr>
        <p:spPr>
          <a:xfrm>
            <a:off x="4617725" y="1761025"/>
            <a:ext cx="40782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Gray">
  <p:cSld name="CUSTOM_23_1_1_1_1_1_1_2_1_1_1_1_1_1_3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2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62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62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62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62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Gold">
  <p:cSld name="CUSTOM_23_1_1_1_1_1_1_2_1_1_1_1_1_1_3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3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8" name="Google Shape;438;p63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3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40" name="Google Shape;440;p63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63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Black">
  <p:cSld name="CUSTOM_23_1_1_1_1_1_1_2_1_1_1_1_1_1_2_2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4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4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64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64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64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64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3 column - Maroon">
  <p:cSld name="CUSTOM_23_1_1_1_1_1_1_2_1_1_1_1_1_1_2_1_1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5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4" name="Google Shape;454;p65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5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65"/>
          <p:cNvSpPr txBox="1">
            <a:spLocks noGrp="1"/>
          </p:cNvSpPr>
          <p:nvPr>
            <p:ph type="body" idx="3"/>
          </p:nvPr>
        </p:nvSpPr>
        <p:spPr>
          <a:xfrm>
            <a:off x="3225736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57" name="Google Shape;457;p65"/>
          <p:cNvSpPr txBox="1">
            <a:spLocks noGrp="1"/>
          </p:cNvSpPr>
          <p:nvPr>
            <p:ph type="body" idx="4"/>
          </p:nvPr>
        </p:nvSpPr>
        <p:spPr>
          <a:xfrm>
            <a:off x="6028197" y="1761025"/>
            <a:ext cx="26679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Gray">
  <p:cSld name="CUSTOM_23_1_1_1_1_1_1_2_1_1_1_1_1_1_2_3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6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6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 b="1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66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66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64" name="Google Shape;464;p66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66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66" name="Google Shape;466;p66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67" name="Google Shape;467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Gold">
  <p:cSld name="CUSTOM_23_1_1_1_1_1_1_2_1_1_1_1_1_1_2_3_2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7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7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 b="1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67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67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p67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74" name="Google Shape;474;p67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75" name="Google Shape;475;p67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Black">
  <p:cSld name="CUSTOM_23_1_1_1_1_1_1_2_1_1_1_1_1_1_2_3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8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8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68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68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68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68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4" name="Google Shape;484;p68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5" name="Google Shape;485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3 Title and text slide - 4 column - Maroon">
  <p:cSld name="CUSTOM_23_1_1_1_1_1_1_2_1_1_1_1_1_1_2_1_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9"/>
          <p:cNvSpPr/>
          <p:nvPr/>
        </p:nvSpPr>
        <p:spPr>
          <a:xfrm>
            <a:off x="50" y="0"/>
            <a:ext cx="9144000" cy="13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9"/>
          <p:cNvSpPr txBox="1">
            <a:spLocks noGrp="1"/>
          </p:cNvSpPr>
          <p:nvPr>
            <p:ph type="title"/>
          </p:nvPr>
        </p:nvSpPr>
        <p:spPr>
          <a:xfrm>
            <a:off x="424925" y="315900"/>
            <a:ext cx="83730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69"/>
          <p:cNvSpPr txBox="1">
            <a:spLocks noGrp="1"/>
          </p:cNvSpPr>
          <p:nvPr>
            <p:ph type="subTitle" idx="1"/>
          </p:nvPr>
        </p:nvSpPr>
        <p:spPr>
          <a:xfrm>
            <a:off x="427950" y="756003"/>
            <a:ext cx="8373000" cy="213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69"/>
          <p:cNvSpPr txBox="1">
            <a:spLocks noGrp="1"/>
          </p:cNvSpPr>
          <p:nvPr>
            <p:ph type="body" idx="2"/>
          </p:nvPr>
        </p:nvSpPr>
        <p:spPr>
          <a:xfrm>
            <a:off x="42327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69"/>
          <p:cNvSpPr txBox="1">
            <a:spLocks noGrp="1"/>
          </p:cNvSpPr>
          <p:nvPr>
            <p:ph type="body" idx="3"/>
          </p:nvPr>
        </p:nvSpPr>
        <p:spPr>
          <a:xfrm>
            <a:off x="251460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69"/>
          <p:cNvSpPr txBox="1">
            <a:spLocks noGrp="1"/>
          </p:cNvSpPr>
          <p:nvPr>
            <p:ph type="body" idx="4"/>
          </p:nvPr>
        </p:nvSpPr>
        <p:spPr>
          <a:xfrm>
            <a:off x="4605925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69"/>
          <p:cNvSpPr txBox="1">
            <a:spLocks noGrp="1"/>
          </p:cNvSpPr>
          <p:nvPr>
            <p:ph type="body" idx="5"/>
          </p:nvPr>
        </p:nvSpPr>
        <p:spPr>
          <a:xfrm>
            <a:off x="6697250" y="1761025"/>
            <a:ext cx="1990800" cy="24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 i="0" u="none" strike="noStrike" cap="none">
                <a:solidFill>
                  <a:srgbClr val="000000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i="0" u="none" strike="noStrike" cap="none">
                <a:solidFill>
                  <a:srgbClr val="000000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600"/>
              <a:buChar char="■"/>
              <a:defRPr sz="16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Gray">
  <p:cSld name="CUSTOM_23_1_1_1_1_2_2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0"/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7" name="Google Shape;497;p70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70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99" name="Google Shape;499;p70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Gold">
  <p:cSld name="CUSTOM_23_1_1_1_1_2_2_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/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3" name="Google Shape;503;p71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71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71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4 Title and text slide - Black">
  <p:cSld name="CUSTOM_23_1_1_2_1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2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72"/>
          <p:cNvSpPr txBox="1">
            <a:spLocks noGrp="1"/>
          </p:cNvSpPr>
          <p:nvPr>
            <p:ph type="body" idx="1"/>
          </p:nvPr>
        </p:nvSpPr>
        <p:spPr>
          <a:xfrm>
            <a:off x="4937750" y="320050"/>
            <a:ext cx="3776400" cy="385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0" name="Google Shape;510;p72"/>
          <p:cNvSpPr txBox="1">
            <a:spLocks noGrp="1"/>
          </p:cNvSpPr>
          <p:nvPr>
            <p:ph type="title"/>
          </p:nvPr>
        </p:nvSpPr>
        <p:spPr>
          <a:xfrm>
            <a:off x="420625" y="548650"/>
            <a:ext cx="3776400" cy="37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1" name="Google Shape;511;p72"/>
          <p:cNvSpPr txBox="1">
            <a:spLocks noGrp="1"/>
          </p:cNvSpPr>
          <p:nvPr>
            <p:ph type="subTitle" idx="2"/>
          </p:nvPr>
        </p:nvSpPr>
        <p:spPr>
          <a:xfrm>
            <a:off x="4244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ext and photo slide options →">
  <p:cSld name="CUSTOM_22_1_1_1_1_1_1_2_1">
    <p:bg>
      <p:bgPr>
        <a:solidFill>
          <a:schemeClr val="accent5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3"/>
          <p:cNvSpPr txBox="1"/>
          <p:nvPr/>
        </p:nvSpPr>
        <p:spPr>
          <a:xfrm>
            <a:off x="2411725" y="1574253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Text and photo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515" name="Google Shape;515;p7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Right - White">
  <p:cSld name="CUSTOM_23_1_1_1_1_2_1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41967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74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41967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20" name="Google Shape;520;p74"/>
          <p:cNvSpPr>
            <a:spLocks noGrp="1"/>
          </p:cNvSpPr>
          <p:nvPr>
            <p:ph type="pic" idx="2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Right - Black">
  <p:cSld name="CUSTOM_23_1_1_1_1_2_1_1_1_3">
    <p:bg>
      <p:bgPr>
        <a:solidFill>
          <a:schemeClr val="dk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5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41967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75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41967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5" name="Google Shape;525;p75"/>
          <p:cNvSpPr>
            <a:spLocks noGrp="1"/>
          </p:cNvSpPr>
          <p:nvPr>
            <p:ph type="pic" idx="2"/>
          </p:nvPr>
        </p:nvSpPr>
        <p:spPr>
          <a:xfrm>
            <a:off x="503835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Left - White">
  <p:cSld name="CUSTOM_23_1_1_1_1_2_1_1_1_2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6"/>
          <p:cNvSpPr>
            <a:spLocks noGrp="1"/>
          </p:cNvSpPr>
          <p:nvPr>
            <p:ph type="pic" idx="2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76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76"/>
          <p:cNvSpPr txBox="1">
            <a:spLocks noGrp="1"/>
          </p:cNvSpPr>
          <p:nvPr>
            <p:ph type="body" idx="1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1" name="Google Shape;531;p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 Text and photo slide - Left - Black">
  <p:cSld name="CUSTOM_23_1_1_1_1_2_1_1_1_2_1">
    <p:bg>
      <p:bgPr>
        <a:solidFill>
          <a:schemeClr val="dk1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7"/>
          <p:cNvSpPr>
            <a:spLocks noGrp="1"/>
          </p:cNvSpPr>
          <p:nvPr>
            <p:ph type="pic" idx="2"/>
          </p:nvPr>
        </p:nvSpPr>
        <p:spPr>
          <a:xfrm>
            <a:off x="0" y="0"/>
            <a:ext cx="4105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77"/>
          <p:cNvSpPr txBox="1">
            <a:spLocks noGrp="1"/>
          </p:cNvSpPr>
          <p:nvPr>
            <p:ph type="title"/>
          </p:nvPr>
        </p:nvSpPr>
        <p:spPr>
          <a:xfrm>
            <a:off x="4526275" y="320050"/>
            <a:ext cx="4169400" cy="567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77"/>
          <p:cNvSpPr txBox="1">
            <a:spLocks noGrp="1"/>
          </p:cNvSpPr>
          <p:nvPr>
            <p:ph type="body" idx="1"/>
          </p:nvPr>
        </p:nvSpPr>
        <p:spPr>
          <a:xfrm>
            <a:off x="4526550" y="994550"/>
            <a:ext cx="41694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Right - Gold">
  <p:cSld name="CUSTOM_22_1_1_1_1_1_1_1_1_1_2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8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78"/>
          <p:cNvSpPr>
            <a:spLocks noGrp="1"/>
          </p:cNvSpPr>
          <p:nvPr>
            <p:ph type="pic" idx="2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78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78"/>
          <p:cNvSpPr txBox="1">
            <a:spLocks noGrp="1"/>
          </p:cNvSpPr>
          <p:nvPr>
            <p:ph type="body" idx="1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42" name="Google Shape;542;p78"/>
          <p:cNvSpPr txBox="1">
            <a:spLocks noGrp="1"/>
          </p:cNvSpPr>
          <p:nvPr>
            <p:ph type="subTitle" idx="3"/>
          </p:nvPr>
        </p:nvSpPr>
        <p:spPr>
          <a:xfrm>
            <a:off x="4223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Right - Maroon">
  <p:cSld name="CUSTOM_22_1_1_1_1_1_1_1_1_1_4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9"/>
          <p:cNvSpPr/>
          <p:nvPr/>
        </p:nvSpPr>
        <p:spPr>
          <a:xfrm>
            <a:off x="457200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79"/>
          <p:cNvSpPr>
            <a:spLocks noGrp="1"/>
          </p:cNvSpPr>
          <p:nvPr>
            <p:ph type="pic" idx="2"/>
          </p:nvPr>
        </p:nvSpPr>
        <p:spPr>
          <a:xfrm>
            <a:off x="5020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79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79"/>
          <p:cNvSpPr txBox="1">
            <a:spLocks noGrp="1"/>
          </p:cNvSpPr>
          <p:nvPr>
            <p:ph type="body" idx="1"/>
          </p:nvPr>
        </p:nvSpPr>
        <p:spPr>
          <a:xfrm>
            <a:off x="4209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49" name="Google Shape;549;p79"/>
          <p:cNvSpPr txBox="1">
            <a:spLocks noGrp="1"/>
          </p:cNvSpPr>
          <p:nvPr>
            <p:ph type="subTitle" idx="3"/>
          </p:nvPr>
        </p:nvSpPr>
        <p:spPr>
          <a:xfrm>
            <a:off x="4223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Left - Gold">
  <p:cSld name="CUSTOM_23_1_1_1_1_1_1_1_1_1_3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80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80"/>
          <p:cNvSpPr>
            <a:spLocks noGrp="1"/>
          </p:cNvSpPr>
          <p:nvPr>
            <p:ph type="pic" idx="2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80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80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6" name="Google Shape;556;p80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2 Text and photo slide - Left - Maroon">
  <p:cSld name="CUSTOM_23_1_1_1_1_1_1_1_1_1_3_2"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81"/>
          <p:cNvSpPr/>
          <p:nvPr/>
        </p:nvSpPr>
        <p:spPr>
          <a:xfrm>
            <a:off x="0" y="-5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1"/>
          <p:cNvSpPr>
            <a:spLocks noGrp="1"/>
          </p:cNvSpPr>
          <p:nvPr>
            <p:ph type="pic" idx="2"/>
          </p:nvPr>
        </p:nvSpPr>
        <p:spPr>
          <a:xfrm>
            <a:off x="448050" y="484925"/>
            <a:ext cx="3675900" cy="4160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81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81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81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8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Gray">
  <p:cSld name="CUSTOM_23_1_1_1_1_1_1_1_1_2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2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82"/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82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82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70" name="Google Shape;570;p82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Gold">
  <p:cSld name="CUSTOM_23_1_1_1_1_1_1_1_1_2_3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3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83"/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83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83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77" name="Google Shape;577;p83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3 Text and photo slide - Black">
  <p:cSld name="CUSTOM_23_1_1_1_1_1_1_1_1_2_2"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4"/>
          <p:cNvSpPr/>
          <p:nvPr/>
        </p:nvSpPr>
        <p:spPr>
          <a:xfrm>
            <a:off x="3776475" y="-2275"/>
            <a:ext cx="5367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84"/>
          <p:cNvSpPr>
            <a:spLocks noGrp="1"/>
          </p:cNvSpPr>
          <p:nvPr>
            <p:ph type="pic" idx="2"/>
          </p:nvPr>
        </p:nvSpPr>
        <p:spPr>
          <a:xfrm>
            <a:off x="420625" y="320050"/>
            <a:ext cx="29352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84"/>
          <p:cNvSpPr txBox="1">
            <a:spLocks noGrp="1"/>
          </p:cNvSpPr>
          <p:nvPr>
            <p:ph type="title"/>
          </p:nvPr>
        </p:nvSpPr>
        <p:spPr>
          <a:xfrm>
            <a:off x="4197100" y="633350"/>
            <a:ext cx="4496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3" name="Google Shape;583;p84"/>
          <p:cNvSpPr txBox="1">
            <a:spLocks noGrp="1"/>
          </p:cNvSpPr>
          <p:nvPr>
            <p:ph type="body" idx="1"/>
          </p:nvPr>
        </p:nvSpPr>
        <p:spPr>
          <a:xfrm>
            <a:off x="4197427" y="1103325"/>
            <a:ext cx="4496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4" name="Google Shape;584;p84"/>
          <p:cNvSpPr txBox="1">
            <a:spLocks noGrp="1"/>
          </p:cNvSpPr>
          <p:nvPr>
            <p:ph type="subTitle" idx="3"/>
          </p:nvPr>
        </p:nvSpPr>
        <p:spPr>
          <a:xfrm>
            <a:off x="4199154" y="320050"/>
            <a:ext cx="4496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and photo slide - White">
  <p:cSld name="CUSTOM_23_1_1_1_1_1_1_1_1_1_2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5"/>
          <p:cNvSpPr>
            <a:spLocks noGrp="1"/>
          </p:cNvSpPr>
          <p:nvPr>
            <p:ph type="pic" idx="2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85"/>
          <p:cNvSpPr txBox="1">
            <a:spLocks noGrp="1"/>
          </p:cNvSpPr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4400"/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85"/>
          <p:cNvSpPr txBox="1">
            <a:spLocks noGrp="1"/>
          </p:cNvSpPr>
          <p:nvPr>
            <p:ph type="subTitle" idx="1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85"/>
          <p:cNvSpPr txBox="1">
            <a:spLocks noGrp="1"/>
          </p:cNvSpPr>
          <p:nvPr>
            <p:ph type="body" idx="3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6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1" name="Google Shape;591;p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4 Text and photo slide - Black">
  <p:cSld name="CUSTOM_23_1_1_1_1_1_1_1_1_1_2_1">
    <p:bg>
      <p:bgPr>
        <a:solidFill>
          <a:schemeClr val="dk1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6"/>
          <p:cNvSpPr>
            <a:spLocks noGrp="1"/>
          </p:cNvSpPr>
          <p:nvPr>
            <p:ph type="pic" idx="2"/>
          </p:nvPr>
        </p:nvSpPr>
        <p:spPr>
          <a:xfrm>
            <a:off x="740675" y="990300"/>
            <a:ext cx="2194500" cy="22188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86"/>
          <p:cNvSpPr txBox="1">
            <a:spLocks noGrp="1"/>
          </p:cNvSpPr>
          <p:nvPr>
            <p:ph type="title"/>
          </p:nvPr>
        </p:nvSpPr>
        <p:spPr>
          <a:xfrm>
            <a:off x="3776475" y="995350"/>
            <a:ext cx="491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86"/>
          <p:cNvSpPr txBox="1">
            <a:spLocks noGrp="1"/>
          </p:cNvSpPr>
          <p:nvPr>
            <p:ph type="subTitle" idx="1"/>
          </p:nvPr>
        </p:nvSpPr>
        <p:spPr>
          <a:xfrm>
            <a:off x="3776475" y="640675"/>
            <a:ext cx="4919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highlight>
                  <a:schemeClr val="accent1"/>
                </a:highlight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86"/>
          <p:cNvSpPr txBox="1">
            <a:spLocks noGrp="1"/>
          </p:cNvSpPr>
          <p:nvPr>
            <p:ph type="body" idx="3"/>
          </p:nvPr>
        </p:nvSpPr>
        <p:spPr>
          <a:xfrm>
            <a:off x="3776475" y="1735875"/>
            <a:ext cx="4919400" cy="24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and photo slide - Gold">
  <p:cSld name="CUSTOM_23_1_1_1_1_1_1_2_1_1_2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7"/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87"/>
          <p:cNvSpPr>
            <a:spLocks noGrp="1"/>
          </p:cNvSpPr>
          <p:nvPr>
            <p:ph type="pic" idx="2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87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87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03" name="Google Shape;603;p87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04" name="Google Shape;604;p8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5 Text and photo slide - Maroon">
  <p:cSld name="CUSTOM_23_1_1_1_1_1_1_2_1_1_2_1"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8"/>
          <p:cNvSpPr txBox="1"/>
          <p:nvPr/>
        </p:nvSpPr>
        <p:spPr>
          <a:xfrm>
            <a:off x="0" y="0"/>
            <a:ext cx="4197000" cy="390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88"/>
          <p:cNvSpPr>
            <a:spLocks noGrp="1"/>
          </p:cNvSpPr>
          <p:nvPr>
            <p:ph type="pic" idx="2"/>
          </p:nvPr>
        </p:nvSpPr>
        <p:spPr>
          <a:xfrm>
            <a:off x="420625" y="399050"/>
            <a:ext cx="4091400" cy="377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88"/>
          <p:cNvSpPr txBox="1">
            <a:spLocks noGrp="1"/>
          </p:cNvSpPr>
          <p:nvPr>
            <p:ph type="title"/>
          </p:nvPr>
        </p:nvSpPr>
        <p:spPr>
          <a:xfrm>
            <a:off x="4917825" y="633350"/>
            <a:ext cx="3776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88"/>
          <p:cNvSpPr txBox="1">
            <a:spLocks noGrp="1"/>
          </p:cNvSpPr>
          <p:nvPr>
            <p:ph type="body" idx="1"/>
          </p:nvPr>
        </p:nvSpPr>
        <p:spPr>
          <a:xfrm>
            <a:off x="4918100" y="1103325"/>
            <a:ext cx="37764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10" name="Google Shape;610;p88"/>
          <p:cNvSpPr txBox="1">
            <a:spLocks noGrp="1"/>
          </p:cNvSpPr>
          <p:nvPr>
            <p:ph type="subTitle" idx="3"/>
          </p:nvPr>
        </p:nvSpPr>
        <p:spPr>
          <a:xfrm>
            <a:off x="4919550" y="320050"/>
            <a:ext cx="377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1 photo - Gold">
  <p:cSld name="CUSTOM_22_1_1_1_1_1_1_1_1_1_1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9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89"/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89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p89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17" name="Google Shape;617;p89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8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1 photo - Maroon">
  <p:cSld name="CUSTOM_22_1_1_1_1_1_1_1_1_1_1_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0"/>
          <p:cNvSpPr/>
          <p:nvPr/>
        </p:nvSpPr>
        <p:spPr>
          <a:xfrm>
            <a:off x="7863850" y="-2275"/>
            <a:ext cx="1280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90"/>
          <p:cNvSpPr>
            <a:spLocks noGrp="1"/>
          </p:cNvSpPr>
          <p:nvPr>
            <p:ph type="pic" idx="2"/>
          </p:nvPr>
        </p:nvSpPr>
        <p:spPr>
          <a:xfrm>
            <a:off x="5038350" y="320050"/>
            <a:ext cx="3767100" cy="45081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90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90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24" name="Google Shape;624;p90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3 photo - Gold">
  <p:cSld name="CUSTOM_23_1_1_1_1_2_1_1_1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1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91"/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91"/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91"/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631" name="Google Shape;631;p91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91"/>
          <p:cNvSpPr txBox="1">
            <a:spLocks noGrp="1"/>
          </p:cNvSpPr>
          <p:nvPr>
            <p:ph type="body" idx="1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33" name="Google Shape;633;p91"/>
          <p:cNvSpPr txBox="1">
            <a:spLocks noGrp="1"/>
          </p:cNvSpPr>
          <p:nvPr>
            <p:ph type="subTitle" idx="5"/>
          </p:nvPr>
        </p:nvSpPr>
        <p:spPr>
          <a:xfrm>
            <a:off x="422299" y="320050"/>
            <a:ext cx="3665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6 Text and photo slide - 3 photo - Maroon">
  <p:cSld name="CUSTOM_23_1_1_1_1_2_1_1_1_1_1_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2"/>
          <p:cNvSpPr/>
          <p:nvPr/>
        </p:nvSpPr>
        <p:spPr>
          <a:xfrm>
            <a:off x="6611100" y="-2275"/>
            <a:ext cx="2532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92"/>
          <p:cNvSpPr>
            <a:spLocks noGrp="1"/>
          </p:cNvSpPr>
          <p:nvPr>
            <p:ph type="pic" idx="2"/>
          </p:nvPr>
        </p:nvSpPr>
        <p:spPr>
          <a:xfrm>
            <a:off x="7452350" y="530400"/>
            <a:ext cx="1353000" cy="41085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92"/>
          <p:cNvSpPr>
            <a:spLocks noGrp="1"/>
          </p:cNvSpPr>
          <p:nvPr>
            <p:ph type="pic" idx="3"/>
          </p:nvPr>
        </p:nvSpPr>
        <p:spPr>
          <a:xfrm>
            <a:off x="4617725" y="530400"/>
            <a:ext cx="2782500" cy="1997700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92"/>
          <p:cNvSpPr>
            <a:spLocks noGrp="1"/>
          </p:cNvSpPr>
          <p:nvPr>
            <p:ph type="pic" idx="4"/>
          </p:nvPr>
        </p:nvSpPr>
        <p:spPr>
          <a:xfrm>
            <a:off x="4617725" y="2599800"/>
            <a:ext cx="2782500" cy="2039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92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3665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1" name="Google Shape;641;p92"/>
          <p:cNvSpPr txBox="1">
            <a:spLocks noGrp="1"/>
          </p:cNvSpPr>
          <p:nvPr>
            <p:ph type="body" idx="1"/>
          </p:nvPr>
        </p:nvSpPr>
        <p:spPr>
          <a:xfrm>
            <a:off x="420892" y="1103325"/>
            <a:ext cx="36651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42" name="Google Shape;642;p92"/>
          <p:cNvSpPr txBox="1">
            <a:spLocks noGrp="1"/>
          </p:cNvSpPr>
          <p:nvPr>
            <p:ph type="subTitle" idx="5"/>
          </p:nvPr>
        </p:nvSpPr>
        <p:spPr>
          <a:xfrm>
            <a:off x="422299" y="320050"/>
            <a:ext cx="3665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3" name="Google Shape;643;p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7 Text and photo slide - Gold">
  <p:cSld name="CUSTOM_23_1_1_1_1_1_1_1_1_1_1_2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3"/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93"/>
          <p:cNvSpPr>
            <a:spLocks noGrp="1"/>
          </p:cNvSpPr>
          <p:nvPr>
            <p:ph type="pic" idx="2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93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93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49" name="Google Shape;649;p93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9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7 Text and photo slide - Maroon">
  <p:cSld name="CUSTOM_23_1_1_1_1_1_1_1_1_1_1_2_1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4"/>
          <p:cNvSpPr/>
          <p:nvPr/>
        </p:nvSpPr>
        <p:spPr>
          <a:xfrm>
            <a:off x="5087375" y="315475"/>
            <a:ext cx="3781500" cy="451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94"/>
          <p:cNvSpPr>
            <a:spLocks noGrp="1"/>
          </p:cNvSpPr>
          <p:nvPr>
            <p:ph type="pic" idx="2"/>
          </p:nvPr>
        </p:nvSpPr>
        <p:spPr>
          <a:xfrm>
            <a:off x="5362500" y="561175"/>
            <a:ext cx="3781500" cy="40212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94"/>
          <p:cNvSpPr txBox="1">
            <a:spLocks noGrp="1"/>
          </p:cNvSpPr>
          <p:nvPr>
            <p:ph type="title"/>
          </p:nvPr>
        </p:nvSpPr>
        <p:spPr>
          <a:xfrm>
            <a:off x="420625" y="633350"/>
            <a:ext cx="4103700" cy="361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94"/>
          <p:cNvSpPr txBox="1">
            <a:spLocks noGrp="1"/>
          </p:cNvSpPr>
          <p:nvPr>
            <p:ph type="body" idx="1"/>
          </p:nvPr>
        </p:nvSpPr>
        <p:spPr>
          <a:xfrm>
            <a:off x="420924" y="1103325"/>
            <a:ext cx="4103700" cy="307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656" name="Google Shape;656;p94"/>
          <p:cNvSpPr txBox="1">
            <a:spLocks noGrp="1"/>
          </p:cNvSpPr>
          <p:nvPr>
            <p:ph type="subTitle" idx="3"/>
          </p:nvPr>
        </p:nvSpPr>
        <p:spPr>
          <a:xfrm>
            <a:off x="422500" y="320050"/>
            <a:ext cx="41037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accen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9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8 Text and photo slide - Gold">
  <p:cSld name="CUSTOM_23_1_1_2_1_1_1_1_1_1_1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5"/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95"/>
          <p:cNvSpPr txBox="1">
            <a:spLocks noGrp="1"/>
          </p:cNvSpPr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1" name="Google Shape;661;p95"/>
          <p:cNvSpPr txBox="1">
            <a:spLocks noGrp="1"/>
          </p:cNvSpPr>
          <p:nvPr>
            <p:ph type="body" idx="1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62" name="Google Shape;662;p95"/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95"/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95"/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9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8 Text and photo slide - Black">
  <p:cSld name="CUSTOM_23_1_1_2_1_1_1_1_1_1_1_1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96"/>
          <p:cNvSpPr/>
          <p:nvPr/>
        </p:nvSpPr>
        <p:spPr>
          <a:xfrm>
            <a:off x="320050" y="886975"/>
            <a:ext cx="7543800" cy="337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96"/>
          <p:cNvSpPr txBox="1">
            <a:spLocks noGrp="1"/>
          </p:cNvSpPr>
          <p:nvPr>
            <p:ph type="title"/>
          </p:nvPr>
        </p:nvSpPr>
        <p:spPr>
          <a:xfrm>
            <a:off x="600075" y="1144150"/>
            <a:ext cx="2335200" cy="62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96"/>
          <p:cNvSpPr txBox="1">
            <a:spLocks noGrp="1"/>
          </p:cNvSpPr>
          <p:nvPr>
            <p:ph type="body" idx="1"/>
          </p:nvPr>
        </p:nvSpPr>
        <p:spPr>
          <a:xfrm>
            <a:off x="591625" y="1873100"/>
            <a:ext cx="2343600" cy="20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400">
                <a:solidFill>
                  <a:schemeClr val="lt1"/>
                </a:solidFill>
              </a:defRPr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96"/>
          <p:cNvSpPr>
            <a:spLocks noGrp="1"/>
          </p:cNvSpPr>
          <p:nvPr>
            <p:ph type="pic" idx="2"/>
          </p:nvPr>
        </p:nvSpPr>
        <p:spPr>
          <a:xfrm>
            <a:off x="7182184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96"/>
          <p:cNvSpPr>
            <a:spLocks noGrp="1"/>
          </p:cNvSpPr>
          <p:nvPr>
            <p:ph type="pic" idx="3"/>
          </p:nvPr>
        </p:nvSpPr>
        <p:spPr>
          <a:xfrm>
            <a:off x="5218730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96"/>
          <p:cNvSpPr>
            <a:spLocks noGrp="1"/>
          </p:cNvSpPr>
          <p:nvPr>
            <p:ph type="pic" idx="4"/>
          </p:nvPr>
        </p:nvSpPr>
        <p:spPr>
          <a:xfrm>
            <a:off x="3255275" y="1314775"/>
            <a:ext cx="1961700" cy="25188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p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9 Text and photo slide - 3 cards">
  <p:cSld name="CUSTOM_25_1_1_2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7"/>
          <p:cNvSpPr/>
          <p:nvPr/>
        </p:nvSpPr>
        <p:spPr>
          <a:xfrm>
            <a:off x="420625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7"/>
          <p:cNvSpPr txBox="1">
            <a:spLocks noGrp="1"/>
          </p:cNvSpPr>
          <p:nvPr>
            <p:ph type="body" idx="1"/>
          </p:nvPr>
        </p:nvSpPr>
        <p:spPr>
          <a:xfrm>
            <a:off x="627850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7" name="Google Shape;677;p97"/>
          <p:cNvSpPr>
            <a:spLocks noGrp="1"/>
          </p:cNvSpPr>
          <p:nvPr>
            <p:ph type="pic" idx="2"/>
          </p:nvPr>
        </p:nvSpPr>
        <p:spPr>
          <a:xfrm>
            <a:off x="420625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97"/>
          <p:cNvSpPr txBox="1">
            <a:spLocks noGrp="1"/>
          </p:cNvSpPr>
          <p:nvPr>
            <p:ph type="subTitle" idx="3"/>
          </p:nvPr>
        </p:nvSpPr>
        <p:spPr>
          <a:xfrm>
            <a:off x="631983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9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0" name="Google Shape;680;p97"/>
          <p:cNvSpPr/>
          <p:nvPr/>
        </p:nvSpPr>
        <p:spPr>
          <a:xfrm>
            <a:off x="3364950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97"/>
          <p:cNvSpPr txBox="1">
            <a:spLocks noGrp="1"/>
          </p:cNvSpPr>
          <p:nvPr>
            <p:ph type="body" idx="4"/>
          </p:nvPr>
        </p:nvSpPr>
        <p:spPr>
          <a:xfrm>
            <a:off x="3572175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2" name="Google Shape;682;p97"/>
          <p:cNvSpPr>
            <a:spLocks noGrp="1"/>
          </p:cNvSpPr>
          <p:nvPr>
            <p:ph type="pic" idx="5"/>
          </p:nvPr>
        </p:nvSpPr>
        <p:spPr>
          <a:xfrm>
            <a:off x="33649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83" name="Google Shape;683;p97"/>
          <p:cNvSpPr txBox="1">
            <a:spLocks noGrp="1"/>
          </p:cNvSpPr>
          <p:nvPr>
            <p:ph type="subTitle" idx="6"/>
          </p:nvPr>
        </p:nvSpPr>
        <p:spPr>
          <a:xfrm>
            <a:off x="3576308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97"/>
          <p:cNvSpPr/>
          <p:nvPr/>
        </p:nvSpPr>
        <p:spPr>
          <a:xfrm>
            <a:off x="6281850" y="994550"/>
            <a:ext cx="24141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7"/>
          <p:cNvSpPr txBox="1">
            <a:spLocks noGrp="1"/>
          </p:cNvSpPr>
          <p:nvPr>
            <p:ph type="body" idx="7"/>
          </p:nvPr>
        </p:nvSpPr>
        <p:spPr>
          <a:xfrm>
            <a:off x="6489075" y="2823950"/>
            <a:ext cx="19845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6" name="Google Shape;686;p97"/>
          <p:cNvSpPr>
            <a:spLocks noGrp="1"/>
          </p:cNvSpPr>
          <p:nvPr>
            <p:ph type="pic" idx="8"/>
          </p:nvPr>
        </p:nvSpPr>
        <p:spPr>
          <a:xfrm>
            <a:off x="6281850" y="994550"/>
            <a:ext cx="24141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97"/>
          <p:cNvSpPr txBox="1">
            <a:spLocks noGrp="1"/>
          </p:cNvSpPr>
          <p:nvPr>
            <p:ph type="subTitle" idx="9"/>
          </p:nvPr>
        </p:nvSpPr>
        <p:spPr>
          <a:xfrm>
            <a:off x="6493208" y="2504375"/>
            <a:ext cx="1980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9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9 Text and photo slide - 4 cards">
  <p:cSld name="CUSTOM_25_1_1_2_1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8"/>
          <p:cNvSpPr/>
          <p:nvPr/>
        </p:nvSpPr>
        <p:spPr>
          <a:xfrm>
            <a:off x="4206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98"/>
          <p:cNvSpPr txBox="1">
            <a:spLocks noGrp="1"/>
          </p:cNvSpPr>
          <p:nvPr>
            <p:ph type="body" idx="1"/>
          </p:nvPr>
        </p:nvSpPr>
        <p:spPr>
          <a:xfrm>
            <a:off x="5917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2" name="Google Shape;692;p98"/>
          <p:cNvSpPr>
            <a:spLocks noGrp="1"/>
          </p:cNvSpPr>
          <p:nvPr>
            <p:ph type="pic" idx="2"/>
          </p:nvPr>
        </p:nvSpPr>
        <p:spPr>
          <a:xfrm>
            <a:off x="4206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98"/>
          <p:cNvSpPr txBox="1">
            <a:spLocks noGrp="1"/>
          </p:cNvSpPr>
          <p:nvPr>
            <p:ph type="subTitle" idx="3"/>
          </p:nvPr>
        </p:nvSpPr>
        <p:spPr>
          <a:xfrm>
            <a:off x="5951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9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5" name="Google Shape;695;p98"/>
          <p:cNvSpPr/>
          <p:nvPr/>
        </p:nvSpPr>
        <p:spPr>
          <a:xfrm>
            <a:off x="2514600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98"/>
          <p:cNvSpPr txBox="1">
            <a:spLocks noGrp="1"/>
          </p:cNvSpPr>
          <p:nvPr>
            <p:ph type="body" idx="4"/>
          </p:nvPr>
        </p:nvSpPr>
        <p:spPr>
          <a:xfrm>
            <a:off x="2685712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7" name="Google Shape;697;p98"/>
          <p:cNvSpPr>
            <a:spLocks noGrp="1"/>
          </p:cNvSpPr>
          <p:nvPr>
            <p:ph type="pic" idx="5"/>
          </p:nvPr>
        </p:nvSpPr>
        <p:spPr>
          <a:xfrm>
            <a:off x="2514600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98"/>
          <p:cNvSpPr txBox="1">
            <a:spLocks noGrp="1"/>
          </p:cNvSpPr>
          <p:nvPr>
            <p:ph type="subTitle" idx="6"/>
          </p:nvPr>
        </p:nvSpPr>
        <p:spPr>
          <a:xfrm>
            <a:off x="2689125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98"/>
          <p:cNvSpPr/>
          <p:nvPr/>
        </p:nvSpPr>
        <p:spPr>
          <a:xfrm>
            <a:off x="46177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8"/>
          <p:cNvSpPr txBox="1">
            <a:spLocks noGrp="1"/>
          </p:cNvSpPr>
          <p:nvPr>
            <p:ph type="body" idx="7"/>
          </p:nvPr>
        </p:nvSpPr>
        <p:spPr>
          <a:xfrm>
            <a:off x="47888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1" name="Google Shape;701;p98"/>
          <p:cNvSpPr>
            <a:spLocks noGrp="1"/>
          </p:cNvSpPr>
          <p:nvPr>
            <p:ph type="pic" idx="8"/>
          </p:nvPr>
        </p:nvSpPr>
        <p:spPr>
          <a:xfrm>
            <a:off x="46177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98"/>
          <p:cNvSpPr txBox="1">
            <a:spLocks noGrp="1"/>
          </p:cNvSpPr>
          <p:nvPr>
            <p:ph type="subTitle" idx="9"/>
          </p:nvPr>
        </p:nvSpPr>
        <p:spPr>
          <a:xfrm>
            <a:off x="47922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98"/>
          <p:cNvSpPr/>
          <p:nvPr/>
        </p:nvSpPr>
        <p:spPr>
          <a:xfrm>
            <a:off x="6702325" y="994550"/>
            <a:ext cx="1993500" cy="341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98"/>
          <p:cNvSpPr txBox="1">
            <a:spLocks noGrp="1"/>
          </p:cNvSpPr>
          <p:nvPr>
            <p:ph type="body" idx="13"/>
          </p:nvPr>
        </p:nvSpPr>
        <p:spPr>
          <a:xfrm>
            <a:off x="6873437" y="2823950"/>
            <a:ext cx="1638600" cy="13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4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4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4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400"/>
              </a:spcBef>
              <a:spcAft>
                <a:spcPts val="4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5" name="Google Shape;705;p98"/>
          <p:cNvSpPr>
            <a:spLocks noGrp="1"/>
          </p:cNvSpPr>
          <p:nvPr>
            <p:ph type="pic" idx="14"/>
          </p:nvPr>
        </p:nvSpPr>
        <p:spPr>
          <a:xfrm>
            <a:off x="6702325" y="994550"/>
            <a:ext cx="1993500" cy="133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98"/>
          <p:cNvSpPr txBox="1">
            <a:spLocks noGrp="1"/>
          </p:cNvSpPr>
          <p:nvPr>
            <p:ph type="subTitle" idx="15"/>
          </p:nvPr>
        </p:nvSpPr>
        <p:spPr>
          <a:xfrm>
            <a:off x="6876850" y="2504375"/>
            <a:ext cx="1635300" cy="261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/>
            </a:lvl1pPr>
            <a:lvl2pPr lvl="1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9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0 Text and photo slide - Right">
  <p:cSld name="CUSTOM_22_1_1_1_1_1_1_2_1_1_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99"/>
          <p:cNvSpPr>
            <a:spLocks noGrp="1"/>
          </p:cNvSpPr>
          <p:nvPr>
            <p:ph type="pic" idx="2"/>
          </p:nvPr>
        </p:nvSpPr>
        <p:spPr>
          <a:xfrm>
            <a:off x="0" y="-9225"/>
            <a:ext cx="91440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99"/>
          <p:cNvSpPr txBox="1">
            <a:spLocks noGrp="1"/>
          </p:cNvSpPr>
          <p:nvPr>
            <p:ph type="title" idx="3"/>
          </p:nvPr>
        </p:nvSpPr>
        <p:spPr>
          <a:xfrm>
            <a:off x="5356075" y="32685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spcFirstLastPara="1" wrap="square" lIns="228600" tIns="137150" rIns="22860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99"/>
          <p:cNvSpPr txBox="1">
            <a:spLocks noGrp="1"/>
          </p:cNvSpPr>
          <p:nvPr>
            <p:ph type="body" idx="1"/>
          </p:nvPr>
        </p:nvSpPr>
        <p:spPr>
          <a:xfrm>
            <a:off x="5594275" y="994550"/>
            <a:ext cx="2799900" cy="38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13" name="Google Shape;713;p9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0 Text and photo slide - Left">
  <p:cSld name="CUSTOM_23_1_1_1_1_1_1_2_1_1_1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0"/>
          <p:cNvSpPr>
            <a:spLocks noGrp="1"/>
          </p:cNvSpPr>
          <p:nvPr>
            <p:ph type="pic" idx="2"/>
          </p:nvPr>
        </p:nvSpPr>
        <p:spPr>
          <a:xfrm>
            <a:off x="0" y="-9225"/>
            <a:ext cx="9162600" cy="51636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100"/>
          <p:cNvSpPr txBox="1">
            <a:spLocks noGrp="1"/>
          </p:cNvSpPr>
          <p:nvPr>
            <p:ph type="title"/>
          </p:nvPr>
        </p:nvSpPr>
        <p:spPr>
          <a:xfrm>
            <a:off x="420275" y="326850"/>
            <a:ext cx="3347400" cy="4827600"/>
          </a:xfrm>
          <a:prstGeom prst="rect">
            <a:avLst/>
          </a:prstGeom>
          <a:solidFill>
            <a:srgbClr val="FFFFFF">
              <a:alpha val="91060"/>
            </a:srgbClr>
          </a:solidFill>
        </p:spPr>
        <p:txBody>
          <a:bodyPr spcFirstLastPara="1" wrap="square" lIns="228600" tIns="137150" rIns="22860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100"/>
          <p:cNvSpPr txBox="1">
            <a:spLocks noGrp="1"/>
          </p:cNvSpPr>
          <p:nvPr>
            <p:ph type="body" idx="1"/>
          </p:nvPr>
        </p:nvSpPr>
        <p:spPr>
          <a:xfrm>
            <a:off x="658475" y="994550"/>
            <a:ext cx="2799900" cy="38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18" name="Google Shape;718;p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11 Text and photo slide - News layout">
  <p:cSld name="CUSTOM_23_1_1_1_1_1_1_2_1_3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>
            <a:spLocks noGrp="1"/>
          </p:cNvSpPr>
          <p:nvPr>
            <p:ph type="pic" idx="2"/>
          </p:nvPr>
        </p:nvSpPr>
        <p:spPr>
          <a:xfrm>
            <a:off x="9225" y="-9225"/>
            <a:ext cx="9144000" cy="2429400"/>
          </a:xfrm>
          <a:prstGeom prst="rect">
            <a:avLst/>
          </a:prstGeom>
          <a:noFill/>
          <a:ln>
            <a:noFill/>
          </a:ln>
        </p:spPr>
      </p:sp>
      <p:sp>
        <p:nvSpPr>
          <p:cNvPr id="721" name="Google Shape;721;p101"/>
          <p:cNvSpPr txBox="1">
            <a:spLocks noGrp="1"/>
          </p:cNvSpPr>
          <p:nvPr>
            <p:ph type="title"/>
          </p:nvPr>
        </p:nvSpPr>
        <p:spPr>
          <a:xfrm>
            <a:off x="722550" y="1725450"/>
            <a:ext cx="7671600" cy="31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228600" rIns="228600" bIns="22860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01"/>
          <p:cNvSpPr txBox="1">
            <a:spLocks noGrp="1"/>
          </p:cNvSpPr>
          <p:nvPr>
            <p:ph type="body" idx="1"/>
          </p:nvPr>
        </p:nvSpPr>
        <p:spPr>
          <a:xfrm>
            <a:off x="917225" y="2482075"/>
            <a:ext cx="7282500" cy="16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723" name="Google Shape;723;p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Number and stat slide options →">
  <p:cSld name="CUSTOM_23_1_1_1_1_2_1_1_1_1_1_1_1_1_1_2_1">
    <p:bg>
      <p:bgPr>
        <a:solidFill>
          <a:schemeClr val="accent5"/>
        </a:solidFill>
        <a:effectLst/>
      </p:bgPr>
    </p:bg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102"/>
          <p:cNvSpPr txBox="1"/>
          <p:nvPr/>
        </p:nvSpPr>
        <p:spPr>
          <a:xfrm>
            <a:off x="2411725" y="1574249"/>
            <a:ext cx="6288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Number and stat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726" name="Google Shape;726;p102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Number and stat slide - 3 stats">
  <p:cSld name="CUSTOM_25_2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3"/>
          <p:cNvSpPr txBox="1">
            <a:spLocks noGrp="1"/>
          </p:cNvSpPr>
          <p:nvPr>
            <p:ph type="body" idx="1"/>
          </p:nvPr>
        </p:nvSpPr>
        <p:spPr>
          <a:xfrm>
            <a:off x="420625" y="2508875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0" name="Google Shape;730;p103"/>
          <p:cNvSpPr txBox="1">
            <a:spLocks noGrp="1"/>
          </p:cNvSpPr>
          <p:nvPr>
            <p:ph type="body" idx="2"/>
          </p:nvPr>
        </p:nvSpPr>
        <p:spPr>
          <a:xfrm>
            <a:off x="3353200" y="2508875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1" name="Google Shape;731;p103"/>
          <p:cNvSpPr txBox="1">
            <a:spLocks noGrp="1"/>
          </p:cNvSpPr>
          <p:nvPr>
            <p:ph type="body" idx="3"/>
          </p:nvPr>
        </p:nvSpPr>
        <p:spPr>
          <a:xfrm>
            <a:off x="6285775" y="2508875"/>
            <a:ext cx="2414100" cy="6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732" name="Google Shape;732;p10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103"/>
          <p:cNvSpPr txBox="1">
            <a:spLocks noGrp="1"/>
          </p:cNvSpPr>
          <p:nvPr>
            <p:ph type="subTitle" idx="4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103"/>
          <p:cNvSpPr txBox="1">
            <a:spLocks noGrp="1"/>
          </p:cNvSpPr>
          <p:nvPr>
            <p:ph type="title" idx="5"/>
          </p:nvPr>
        </p:nvSpPr>
        <p:spPr>
          <a:xfrm>
            <a:off x="436825" y="1966525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35" name="Google Shape;735;p103"/>
          <p:cNvSpPr txBox="1">
            <a:spLocks noGrp="1"/>
          </p:cNvSpPr>
          <p:nvPr>
            <p:ph type="title" idx="6"/>
          </p:nvPr>
        </p:nvSpPr>
        <p:spPr>
          <a:xfrm>
            <a:off x="3353200" y="1966525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36" name="Google Shape;736;p103"/>
          <p:cNvSpPr txBox="1">
            <a:spLocks noGrp="1"/>
          </p:cNvSpPr>
          <p:nvPr>
            <p:ph type="title" idx="7"/>
          </p:nvPr>
        </p:nvSpPr>
        <p:spPr>
          <a:xfrm>
            <a:off x="6285775" y="1966525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37" name="Google Shape;737;p1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1 Number and stat slide - 6 stats">
  <p:cSld name="CUSTOM_23_1_1_1_1_1_1_1_1_1_1_1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4"/>
          <p:cNvSpPr txBox="1">
            <a:spLocks noGrp="1"/>
          </p:cNvSpPr>
          <p:nvPr>
            <p:ph type="body" idx="1"/>
          </p:nvPr>
        </p:nvSpPr>
        <p:spPr>
          <a:xfrm>
            <a:off x="420625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0" name="Google Shape;740;p104"/>
          <p:cNvSpPr txBox="1">
            <a:spLocks noGrp="1"/>
          </p:cNvSpPr>
          <p:nvPr>
            <p:ph type="body" idx="2"/>
          </p:nvPr>
        </p:nvSpPr>
        <p:spPr>
          <a:xfrm>
            <a:off x="3353200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1" name="Google Shape;741;p104"/>
          <p:cNvSpPr txBox="1">
            <a:spLocks noGrp="1"/>
          </p:cNvSpPr>
          <p:nvPr>
            <p:ph type="body" idx="3"/>
          </p:nvPr>
        </p:nvSpPr>
        <p:spPr>
          <a:xfrm>
            <a:off x="6285775" y="223500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2" name="Google Shape;742;p104"/>
          <p:cNvSpPr txBox="1">
            <a:spLocks noGrp="1"/>
          </p:cNvSpPr>
          <p:nvPr>
            <p:ph type="title"/>
          </p:nvPr>
        </p:nvSpPr>
        <p:spPr>
          <a:xfrm>
            <a:off x="436825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3" name="Google Shape;743;p104"/>
          <p:cNvSpPr txBox="1">
            <a:spLocks noGrp="1"/>
          </p:cNvSpPr>
          <p:nvPr>
            <p:ph type="title" idx="4"/>
          </p:nvPr>
        </p:nvSpPr>
        <p:spPr>
          <a:xfrm>
            <a:off x="3353200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4" name="Google Shape;744;p104"/>
          <p:cNvSpPr txBox="1">
            <a:spLocks noGrp="1"/>
          </p:cNvSpPr>
          <p:nvPr>
            <p:ph type="title" idx="5"/>
          </p:nvPr>
        </p:nvSpPr>
        <p:spPr>
          <a:xfrm>
            <a:off x="6285775" y="169265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body" idx="6"/>
          </p:nvPr>
        </p:nvSpPr>
        <p:spPr>
          <a:xfrm>
            <a:off x="420625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body" idx="7"/>
          </p:nvPr>
        </p:nvSpPr>
        <p:spPr>
          <a:xfrm>
            <a:off x="3353200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7" name="Google Shape;747;p104"/>
          <p:cNvSpPr txBox="1">
            <a:spLocks noGrp="1"/>
          </p:cNvSpPr>
          <p:nvPr>
            <p:ph type="body" idx="8"/>
          </p:nvPr>
        </p:nvSpPr>
        <p:spPr>
          <a:xfrm>
            <a:off x="6285775" y="3841850"/>
            <a:ext cx="2414100" cy="3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8" name="Google Shape;748;p104"/>
          <p:cNvSpPr txBox="1">
            <a:spLocks noGrp="1"/>
          </p:cNvSpPr>
          <p:nvPr>
            <p:ph type="title" idx="9"/>
          </p:nvPr>
        </p:nvSpPr>
        <p:spPr>
          <a:xfrm>
            <a:off x="436825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title" idx="13"/>
          </p:nvPr>
        </p:nvSpPr>
        <p:spPr>
          <a:xfrm>
            <a:off x="3353200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title" idx="14"/>
          </p:nvPr>
        </p:nvSpPr>
        <p:spPr>
          <a:xfrm>
            <a:off x="6285775" y="3299500"/>
            <a:ext cx="24141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title" idx="15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subTitle" idx="16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10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3 stats - Gold">
  <p:cSld name="CUSTOM_25_1_1">
    <p:bg>
      <p:bgPr>
        <a:solidFill>
          <a:schemeClr val="accent1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5"/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05"/>
          <p:cNvSpPr txBox="1">
            <a:spLocks noGrp="1"/>
          </p:cNvSpPr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7" name="Google Shape;757;p105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105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59" name="Google Shape;759;p105"/>
          <p:cNvSpPr txBox="1">
            <a:spLocks noGrp="1"/>
          </p:cNvSpPr>
          <p:nvPr>
            <p:ph type="body" idx="3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0" name="Google Shape;760;p105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05"/>
          <p:cNvSpPr txBox="1">
            <a:spLocks noGrp="1"/>
          </p:cNvSpPr>
          <p:nvPr>
            <p:ph type="title" idx="4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05"/>
          <p:cNvSpPr txBox="1">
            <a:spLocks noGrp="1"/>
          </p:cNvSpPr>
          <p:nvPr>
            <p:ph type="body" idx="5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3" name="Google Shape;763;p105"/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05"/>
          <p:cNvSpPr txBox="1">
            <a:spLocks noGrp="1"/>
          </p:cNvSpPr>
          <p:nvPr>
            <p:ph type="title" idx="6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105"/>
          <p:cNvSpPr txBox="1">
            <a:spLocks noGrp="1"/>
          </p:cNvSpPr>
          <p:nvPr>
            <p:ph type="body" idx="7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6" name="Google Shape;766;p10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3 stats - Black">
  <p:cSld name="CUSTOM_25_1_1_3">
    <p:bg>
      <p:bgPr>
        <a:solidFill>
          <a:schemeClr val="dk1"/>
        </a:solid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06"/>
          <p:cNvSpPr/>
          <p:nvPr/>
        </p:nvSpPr>
        <p:spPr>
          <a:xfrm>
            <a:off x="4206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06"/>
          <p:cNvSpPr txBox="1">
            <a:spLocks noGrp="1"/>
          </p:cNvSpPr>
          <p:nvPr>
            <p:ph type="title"/>
          </p:nvPr>
        </p:nvSpPr>
        <p:spPr>
          <a:xfrm>
            <a:off x="5797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106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1" name="Google Shape;771;p106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2" name="Google Shape;772;p106"/>
          <p:cNvSpPr txBox="1">
            <a:spLocks noGrp="1"/>
          </p:cNvSpPr>
          <p:nvPr>
            <p:ph type="body" idx="3"/>
          </p:nvPr>
        </p:nvSpPr>
        <p:spPr>
          <a:xfrm>
            <a:off x="5797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3" name="Google Shape;773;p106"/>
          <p:cNvSpPr/>
          <p:nvPr/>
        </p:nvSpPr>
        <p:spPr>
          <a:xfrm>
            <a:off x="3364950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06"/>
          <p:cNvSpPr txBox="1">
            <a:spLocks noGrp="1"/>
          </p:cNvSpPr>
          <p:nvPr>
            <p:ph type="title" idx="4"/>
          </p:nvPr>
        </p:nvSpPr>
        <p:spPr>
          <a:xfrm>
            <a:off x="3524075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5" name="Google Shape;775;p106"/>
          <p:cNvSpPr txBox="1">
            <a:spLocks noGrp="1"/>
          </p:cNvSpPr>
          <p:nvPr>
            <p:ph type="body" idx="5"/>
          </p:nvPr>
        </p:nvSpPr>
        <p:spPr>
          <a:xfrm>
            <a:off x="3524075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6" name="Google Shape;776;p106"/>
          <p:cNvSpPr/>
          <p:nvPr/>
        </p:nvSpPr>
        <p:spPr>
          <a:xfrm>
            <a:off x="6291075" y="18697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06"/>
          <p:cNvSpPr txBox="1">
            <a:spLocks noGrp="1"/>
          </p:cNvSpPr>
          <p:nvPr>
            <p:ph type="title" idx="6"/>
          </p:nvPr>
        </p:nvSpPr>
        <p:spPr>
          <a:xfrm>
            <a:off x="6450200" y="19991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106"/>
          <p:cNvSpPr txBox="1">
            <a:spLocks noGrp="1"/>
          </p:cNvSpPr>
          <p:nvPr>
            <p:ph type="body" idx="7"/>
          </p:nvPr>
        </p:nvSpPr>
        <p:spPr>
          <a:xfrm>
            <a:off x="6450200" y="24911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9" name="Google Shape;779;p1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4 stats - Gold">
  <p:cSld name="CUSTOM_25_1_1_4">
    <p:bg>
      <p:bgPr>
        <a:solidFill>
          <a:schemeClr val="accent1"/>
        </a:solidFill>
        <a:effectLst/>
      </p:bgPr>
    </p:bg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7"/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7"/>
          <p:cNvSpPr txBox="1">
            <a:spLocks noGrp="1"/>
          </p:cNvSpPr>
          <p:nvPr>
            <p:ph type="title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3" name="Google Shape;783;p107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107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85" name="Google Shape;785;p107"/>
          <p:cNvSpPr txBox="1">
            <a:spLocks noGrp="1"/>
          </p:cNvSpPr>
          <p:nvPr>
            <p:ph type="body" idx="3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6" name="Google Shape;786;p107"/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07"/>
          <p:cNvSpPr txBox="1">
            <a:spLocks noGrp="1"/>
          </p:cNvSpPr>
          <p:nvPr>
            <p:ph type="title" idx="4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8" name="Google Shape;788;p107"/>
          <p:cNvSpPr txBox="1">
            <a:spLocks noGrp="1"/>
          </p:cNvSpPr>
          <p:nvPr>
            <p:ph type="body" idx="5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9" name="Google Shape;789;p107"/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7"/>
          <p:cNvSpPr txBox="1">
            <a:spLocks noGrp="1"/>
          </p:cNvSpPr>
          <p:nvPr>
            <p:ph type="title" idx="6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1" name="Google Shape;791;p107"/>
          <p:cNvSpPr txBox="1">
            <a:spLocks noGrp="1"/>
          </p:cNvSpPr>
          <p:nvPr>
            <p:ph type="body" idx="7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2" name="Google Shape;792;p107"/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7"/>
          <p:cNvSpPr txBox="1">
            <a:spLocks noGrp="1"/>
          </p:cNvSpPr>
          <p:nvPr>
            <p:ph type="title" idx="8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4" name="Google Shape;794;p107"/>
          <p:cNvSpPr txBox="1">
            <a:spLocks noGrp="1"/>
          </p:cNvSpPr>
          <p:nvPr>
            <p:ph type="body" idx="9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5" name="Google Shape;795;p10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4 stats - Black">
  <p:cSld name="CUSTOM_25_1_1_3_1">
    <p:bg>
      <p:bgPr>
        <a:solidFill>
          <a:schemeClr val="dk1"/>
        </a:solidFill>
        <a:effectLst/>
      </p:bgPr>
    </p:bg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0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8" name="Google Shape;798;p108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9" name="Google Shape;799;p108"/>
          <p:cNvSpPr/>
          <p:nvPr/>
        </p:nvSpPr>
        <p:spPr>
          <a:xfrm>
            <a:off x="42065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08"/>
          <p:cNvSpPr txBox="1">
            <a:spLocks noGrp="1"/>
          </p:cNvSpPr>
          <p:nvPr>
            <p:ph type="title" idx="2"/>
          </p:nvPr>
        </p:nvSpPr>
        <p:spPr>
          <a:xfrm>
            <a:off x="55204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1" name="Google Shape;801;p108"/>
          <p:cNvSpPr txBox="1">
            <a:spLocks noGrp="1"/>
          </p:cNvSpPr>
          <p:nvPr>
            <p:ph type="body" idx="3"/>
          </p:nvPr>
        </p:nvSpPr>
        <p:spPr>
          <a:xfrm>
            <a:off x="55204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2" name="Google Shape;802;p108"/>
          <p:cNvSpPr/>
          <p:nvPr/>
        </p:nvSpPr>
        <p:spPr>
          <a:xfrm>
            <a:off x="25146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08"/>
          <p:cNvSpPr txBox="1">
            <a:spLocks noGrp="1"/>
          </p:cNvSpPr>
          <p:nvPr>
            <p:ph type="title" idx="4"/>
          </p:nvPr>
        </p:nvSpPr>
        <p:spPr>
          <a:xfrm>
            <a:off x="26459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4" name="Google Shape;804;p108"/>
          <p:cNvSpPr txBox="1">
            <a:spLocks noGrp="1"/>
          </p:cNvSpPr>
          <p:nvPr>
            <p:ph type="body" idx="5"/>
          </p:nvPr>
        </p:nvSpPr>
        <p:spPr>
          <a:xfrm>
            <a:off x="26459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5" name="Google Shape;805;p108"/>
          <p:cNvSpPr/>
          <p:nvPr/>
        </p:nvSpPr>
        <p:spPr>
          <a:xfrm>
            <a:off x="4617725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08"/>
          <p:cNvSpPr txBox="1">
            <a:spLocks noGrp="1"/>
          </p:cNvSpPr>
          <p:nvPr>
            <p:ph type="title" idx="6"/>
          </p:nvPr>
        </p:nvSpPr>
        <p:spPr>
          <a:xfrm>
            <a:off x="4749118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7" name="Google Shape;807;p108"/>
          <p:cNvSpPr txBox="1">
            <a:spLocks noGrp="1"/>
          </p:cNvSpPr>
          <p:nvPr>
            <p:ph type="body" idx="7"/>
          </p:nvPr>
        </p:nvSpPr>
        <p:spPr>
          <a:xfrm>
            <a:off x="4749118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8" name="Google Shape;808;p108"/>
          <p:cNvSpPr/>
          <p:nvPr/>
        </p:nvSpPr>
        <p:spPr>
          <a:xfrm>
            <a:off x="6711700" y="1867476"/>
            <a:ext cx="19935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08"/>
          <p:cNvSpPr txBox="1">
            <a:spLocks noGrp="1"/>
          </p:cNvSpPr>
          <p:nvPr>
            <p:ph type="title" idx="8"/>
          </p:nvPr>
        </p:nvSpPr>
        <p:spPr>
          <a:xfrm>
            <a:off x="6843093" y="1996851"/>
            <a:ext cx="17265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0" name="Google Shape;810;p108"/>
          <p:cNvSpPr txBox="1">
            <a:spLocks noGrp="1"/>
          </p:cNvSpPr>
          <p:nvPr>
            <p:ph type="body" idx="9"/>
          </p:nvPr>
        </p:nvSpPr>
        <p:spPr>
          <a:xfrm>
            <a:off x="6843093" y="2488901"/>
            <a:ext cx="17265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1" name="Google Shape;811;p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6 stats - Gold">
  <p:cSld name="CUSTOM_25_1_1_5">
    <p:bg>
      <p:bgPr>
        <a:solidFill>
          <a:schemeClr val="accent1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09"/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09"/>
          <p:cNvSpPr txBox="1">
            <a:spLocks noGrp="1"/>
          </p:cNvSpPr>
          <p:nvPr>
            <p:ph type="title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9"/>
          <p:cNvSpPr txBox="1">
            <a:spLocks noGrp="1"/>
          </p:cNvSpPr>
          <p:nvPr>
            <p:ph type="title" idx="2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9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17" name="Google Shape;817;p109"/>
          <p:cNvSpPr txBox="1">
            <a:spLocks noGrp="1"/>
          </p:cNvSpPr>
          <p:nvPr>
            <p:ph type="body" idx="3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8" name="Google Shape;818;p109"/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09"/>
          <p:cNvSpPr txBox="1">
            <a:spLocks noGrp="1"/>
          </p:cNvSpPr>
          <p:nvPr>
            <p:ph type="title" idx="4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0" name="Google Shape;820;p109"/>
          <p:cNvSpPr txBox="1">
            <a:spLocks noGrp="1"/>
          </p:cNvSpPr>
          <p:nvPr>
            <p:ph type="body" idx="5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1" name="Google Shape;821;p109"/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09"/>
          <p:cNvSpPr txBox="1">
            <a:spLocks noGrp="1"/>
          </p:cNvSpPr>
          <p:nvPr>
            <p:ph type="title" idx="6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109"/>
          <p:cNvSpPr txBox="1">
            <a:spLocks noGrp="1"/>
          </p:cNvSpPr>
          <p:nvPr>
            <p:ph type="body" idx="7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4" name="Google Shape;824;p109"/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09"/>
          <p:cNvSpPr txBox="1">
            <a:spLocks noGrp="1"/>
          </p:cNvSpPr>
          <p:nvPr>
            <p:ph type="title" idx="8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6" name="Google Shape;826;p109"/>
          <p:cNvSpPr txBox="1">
            <a:spLocks noGrp="1"/>
          </p:cNvSpPr>
          <p:nvPr>
            <p:ph type="body" idx="9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7" name="Google Shape;827;p109"/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9"/>
          <p:cNvSpPr txBox="1">
            <a:spLocks noGrp="1"/>
          </p:cNvSpPr>
          <p:nvPr>
            <p:ph type="title" idx="13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9" name="Google Shape;829;p109"/>
          <p:cNvSpPr txBox="1">
            <a:spLocks noGrp="1"/>
          </p:cNvSpPr>
          <p:nvPr>
            <p:ph type="body" idx="14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0" name="Google Shape;830;p109"/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09"/>
          <p:cNvSpPr txBox="1">
            <a:spLocks noGrp="1"/>
          </p:cNvSpPr>
          <p:nvPr>
            <p:ph type="title" idx="15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109"/>
          <p:cNvSpPr txBox="1">
            <a:spLocks noGrp="1"/>
          </p:cNvSpPr>
          <p:nvPr>
            <p:ph type="body" idx="16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3" name="Google Shape;833;p10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2 Number and stat slide - 6 stats - Black">
  <p:cSld name="CUSTOM_25_1_1_3_2">
    <p:bg>
      <p:bgPr>
        <a:solidFill>
          <a:schemeClr val="dk1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1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36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6" name="Google Shape;836;p110"/>
          <p:cNvSpPr txBox="1">
            <a:spLocks noGrp="1"/>
          </p:cNvSpPr>
          <p:nvPr>
            <p:ph type="subTitle" idx="1"/>
          </p:nvPr>
        </p:nvSpPr>
        <p:spPr>
          <a:xfrm>
            <a:off x="424450" y="756625"/>
            <a:ext cx="82716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7" name="Google Shape;837;p110"/>
          <p:cNvSpPr/>
          <p:nvPr/>
        </p:nvSpPr>
        <p:spPr>
          <a:xfrm>
            <a:off x="4206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0"/>
          <p:cNvSpPr txBox="1">
            <a:spLocks noGrp="1"/>
          </p:cNvSpPr>
          <p:nvPr>
            <p:ph type="title" idx="2"/>
          </p:nvPr>
        </p:nvSpPr>
        <p:spPr>
          <a:xfrm>
            <a:off x="5797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110"/>
          <p:cNvSpPr txBox="1">
            <a:spLocks noGrp="1"/>
          </p:cNvSpPr>
          <p:nvPr>
            <p:ph type="body" idx="3"/>
          </p:nvPr>
        </p:nvSpPr>
        <p:spPr>
          <a:xfrm>
            <a:off x="5797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0" name="Google Shape;840;p110"/>
          <p:cNvSpPr/>
          <p:nvPr/>
        </p:nvSpPr>
        <p:spPr>
          <a:xfrm>
            <a:off x="3364950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10"/>
          <p:cNvSpPr txBox="1">
            <a:spLocks noGrp="1"/>
          </p:cNvSpPr>
          <p:nvPr>
            <p:ph type="title" idx="4"/>
          </p:nvPr>
        </p:nvSpPr>
        <p:spPr>
          <a:xfrm>
            <a:off x="3524075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10"/>
          <p:cNvSpPr txBox="1">
            <a:spLocks noGrp="1"/>
          </p:cNvSpPr>
          <p:nvPr>
            <p:ph type="body" idx="5"/>
          </p:nvPr>
        </p:nvSpPr>
        <p:spPr>
          <a:xfrm>
            <a:off x="3524075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3" name="Google Shape;843;p110"/>
          <p:cNvSpPr/>
          <p:nvPr/>
        </p:nvSpPr>
        <p:spPr>
          <a:xfrm>
            <a:off x="6291075" y="1165475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10"/>
          <p:cNvSpPr txBox="1">
            <a:spLocks noGrp="1"/>
          </p:cNvSpPr>
          <p:nvPr>
            <p:ph type="title" idx="6"/>
          </p:nvPr>
        </p:nvSpPr>
        <p:spPr>
          <a:xfrm>
            <a:off x="6450200" y="1294850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10"/>
          <p:cNvSpPr txBox="1">
            <a:spLocks noGrp="1"/>
          </p:cNvSpPr>
          <p:nvPr>
            <p:ph type="body" idx="7"/>
          </p:nvPr>
        </p:nvSpPr>
        <p:spPr>
          <a:xfrm>
            <a:off x="6450200" y="1786900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6" name="Google Shape;846;p110"/>
          <p:cNvSpPr/>
          <p:nvPr/>
        </p:nvSpPr>
        <p:spPr>
          <a:xfrm>
            <a:off x="4206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10"/>
          <p:cNvSpPr txBox="1">
            <a:spLocks noGrp="1"/>
          </p:cNvSpPr>
          <p:nvPr>
            <p:ph type="title" idx="8"/>
          </p:nvPr>
        </p:nvSpPr>
        <p:spPr>
          <a:xfrm>
            <a:off x="5797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8" name="Google Shape;848;p110"/>
          <p:cNvSpPr txBox="1">
            <a:spLocks noGrp="1"/>
          </p:cNvSpPr>
          <p:nvPr>
            <p:ph type="body" idx="9"/>
          </p:nvPr>
        </p:nvSpPr>
        <p:spPr>
          <a:xfrm>
            <a:off x="5797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9" name="Google Shape;849;p110"/>
          <p:cNvSpPr/>
          <p:nvPr/>
        </p:nvSpPr>
        <p:spPr>
          <a:xfrm>
            <a:off x="3364950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10"/>
          <p:cNvSpPr txBox="1">
            <a:spLocks noGrp="1"/>
          </p:cNvSpPr>
          <p:nvPr>
            <p:ph type="title" idx="13"/>
          </p:nvPr>
        </p:nvSpPr>
        <p:spPr>
          <a:xfrm>
            <a:off x="3524075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10"/>
          <p:cNvSpPr txBox="1">
            <a:spLocks noGrp="1"/>
          </p:cNvSpPr>
          <p:nvPr>
            <p:ph type="body" idx="14"/>
          </p:nvPr>
        </p:nvSpPr>
        <p:spPr>
          <a:xfrm>
            <a:off x="3524075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2" name="Google Shape;852;p110"/>
          <p:cNvSpPr/>
          <p:nvPr/>
        </p:nvSpPr>
        <p:spPr>
          <a:xfrm>
            <a:off x="6291075" y="2772350"/>
            <a:ext cx="2414100" cy="140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0"/>
          <p:cNvSpPr txBox="1">
            <a:spLocks noGrp="1"/>
          </p:cNvSpPr>
          <p:nvPr>
            <p:ph type="title" idx="15"/>
          </p:nvPr>
        </p:nvSpPr>
        <p:spPr>
          <a:xfrm>
            <a:off x="6450200" y="2901725"/>
            <a:ext cx="2091000" cy="3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110"/>
          <p:cNvSpPr txBox="1">
            <a:spLocks noGrp="1"/>
          </p:cNvSpPr>
          <p:nvPr>
            <p:ph type="body" idx="16"/>
          </p:nvPr>
        </p:nvSpPr>
        <p:spPr>
          <a:xfrm>
            <a:off x="6450200" y="3393775"/>
            <a:ext cx="2091000" cy="62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5" name="Google Shape;855;p1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3 Number and stat slide">
  <p:cSld name="CUSTOM_25_2_1"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11"/>
          <p:cNvSpPr txBox="1">
            <a:spLocks noGrp="1"/>
          </p:cNvSpPr>
          <p:nvPr>
            <p:ph type="body" idx="1"/>
          </p:nvPr>
        </p:nvSpPr>
        <p:spPr>
          <a:xfrm>
            <a:off x="4617725" y="320050"/>
            <a:ext cx="4078200" cy="10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58" name="Google Shape;858;p11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28332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9" name="Google Shape;859;p111"/>
          <p:cNvSpPr txBox="1">
            <a:spLocks noGrp="1"/>
          </p:cNvSpPr>
          <p:nvPr>
            <p:ph type="subTitle" idx="2"/>
          </p:nvPr>
        </p:nvSpPr>
        <p:spPr>
          <a:xfrm>
            <a:off x="421935" y="756625"/>
            <a:ext cx="2833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0" name="Google Shape;860;p111"/>
          <p:cNvSpPr txBox="1">
            <a:spLocks noGrp="1"/>
          </p:cNvSpPr>
          <p:nvPr>
            <p:ph type="title" idx="3"/>
          </p:nvPr>
        </p:nvSpPr>
        <p:spPr>
          <a:xfrm>
            <a:off x="436825" y="2453500"/>
            <a:ext cx="2414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1" name="Google Shape;861;p111"/>
          <p:cNvSpPr txBox="1">
            <a:spLocks noGrp="1"/>
          </p:cNvSpPr>
          <p:nvPr>
            <p:ph type="subTitle" idx="4"/>
          </p:nvPr>
        </p:nvSpPr>
        <p:spPr>
          <a:xfrm>
            <a:off x="434575" y="2155025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2" name="Google Shape;862;p111"/>
          <p:cNvSpPr txBox="1">
            <a:spLocks noGrp="1"/>
          </p:cNvSpPr>
          <p:nvPr>
            <p:ph type="title" idx="5"/>
          </p:nvPr>
        </p:nvSpPr>
        <p:spPr>
          <a:xfrm>
            <a:off x="3358100" y="2453500"/>
            <a:ext cx="24231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3" name="Google Shape;863;p111"/>
          <p:cNvSpPr txBox="1">
            <a:spLocks noGrp="1"/>
          </p:cNvSpPr>
          <p:nvPr>
            <p:ph type="subTitle" idx="6"/>
          </p:nvPr>
        </p:nvSpPr>
        <p:spPr>
          <a:xfrm>
            <a:off x="3355850" y="2155025"/>
            <a:ext cx="24231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11"/>
          <p:cNvSpPr txBox="1">
            <a:spLocks noGrp="1"/>
          </p:cNvSpPr>
          <p:nvPr>
            <p:ph type="title" idx="7"/>
          </p:nvPr>
        </p:nvSpPr>
        <p:spPr>
          <a:xfrm>
            <a:off x="6293325" y="2453500"/>
            <a:ext cx="2402400" cy="43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highlight>
                  <a:schemeClr val="accen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5" name="Google Shape;865;p111"/>
          <p:cNvSpPr txBox="1">
            <a:spLocks noGrp="1"/>
          </p:cNvSpPr>
          <p:nvPr>
            <p:ph type="subTitle" idx="8"/>
          </p:nvPr>
        </p:nvSpPr>
        <p:spPr>
          <a:xfrm>
            <a:off x="6291075" y="2155025"/>
            <a:ext cx="2404800" cy="19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 b="1"/>
            </a:lvl1pPr>
            <a:lvl2pPr lvl="1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111"/>
          <p:cNvSpPr txBox="1">
            <a:spLocks noGrp="1"/>
          </p:cNvSpPr>
          <p:nvPr>
            <p:ph type="body" idx="9"/>
          </p:nvPr>
        </p:nvSpPr>
        <p:spPr>
          <a:xfrm>
            <a:off x="439150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867" name="Google Shape;867;p111"/>
          <p:cNvSpPr txBox="1">
            <a:spLocks noGrp="1"/>
          </p:cNvSpPr>
          <p:nvPr>
            <p:ph type="body" idx="13"/>
          </p:nvPr>
        </p:nvSpPr>
        <p:spPr>
          <a:xfrm>
            <a:off x="3355850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868" name="Google Shape;868;p111"/>
          <p:cNvSpPr txBox="1">
            <a:spLocks noGrp="1"/>
          </p:cNvSpPr>
          <p:nvPr>
            <p:ph type="body" idx="14"/>
          </p:nvPr>
        </p:nvSpPr>
        <p:spPr>
          <a:xfrm>
            <a:off x="6291075" y="3230325"/>
            <a:ext cx="2395500" cy="4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869" name="Google Shape;869;p111"/>
          <p:cNvCxnSpPr/>
          <p:nvPr/>
        </p:nvCxnSpPr>
        <p:spPr>
          <a:xfrm>
            <a:off x="3091500" y="2155025"/>
            <a:ext cx="0" cy="156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0" name="Google Shape;870;p111"/>
          <p:cNvCxnSpPr/>
          <p:nvPr/>
        </p:nvCxnSpPr>
        <p:spPr>
          <a:xfrm>
            <a:off x="6032875" y="2155025"/>
            <a:ext cx="0" cy="15651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1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Quote slide options →">
  <p:cSld name="CUSTOM_23_1_1_1_1_2_1_1_1_1_1_1_1_1_1_2">
    <p:bg>
      <p:bgPr>
        <a:solidFill>
          <a:schemeClr val="accent5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12"/>
          <p:cNvSpPr txBox="1"/>
          <p:nvPr/>
        </p:nvSpPr>
        <p:spPr>
          <a:xfrm>
            <a:off x="2411725" y="2070724"/>
            <a:ext cx="6288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Quote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874" name="Google Shape;874;p112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 slide - White">
  <p:cSld name="CUSTOM_23_1_1_2_1_1_1_1_1_1_1_1_1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1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 rtl="0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 rtl="0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78" name="Google Shape;878;p113"/>
          <p:cNvSpPr txBox="1">
            <a:spLocks noGrp="1"/>
          </p:cNvSpPr>
          <p:nvPr>
            <p:ph type="body" idx="1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 rtl="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 rtl="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 rtl="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879" name="Google Shape;879;p113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880" name="Google Shape;880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 slide - Black">
  <p:cSld name="CUSTOM_23_1_1_2_1_1_1_1_1_1_1_1_1_1_1">
    <p:bg>
      <p:bgPr>
        <a:solidFill>
          <a:schemeClr val="dk1"/>
        </a:solidFill>
        <a:effectLst/>
      </p:bgPr>
    </p:bg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84" name="Google Shape;884;p114"/>
          <p:cNvSpPr txBox="1">
            <a:spLocks noGrp="1"/>
          </p:cNvSpPr>
          <p:nvPr>
            <p:ph type="body" idx="1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5" name="Google Shape;885;p114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pic>
        <p:nvPicPr>
          <p:cNvPr id="886" name="Google Shape;886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1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1 Quote slide - Gold">
  <p:cSld name="CUSTOM_23_1_1_2_1_1_1_1_1_1_1_1_1_1_2">
    <p:bg>
      <p:bgPr>
        <a:solidFill>
          <a:schemeClr val="accent1"/>
        </a:solidFill>
        <a:effectLst/>
      </p:bgPr>
    </p:bg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5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890" name="Google Shape;890;p115"/>
          <p:cNvSpPr txBox="1">
            <a:spLocks noGrp="1"/>
          </p:cNvSpPr>
          <p:nvPr>
            <p:ph type="body" idx="1"/>
          </p:nvPr>
        </p:nvSpPr>
        <p:spPr>
          <a:xfrm>
            <a:off x="1261875" y="1721376"/>
            <a:ext cx="57627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891" name="Google Shape;891;p115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>
                <a:highlight>
                  <a:schemeClr val="l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pic>
        <p:nvPicPr>
          <p:cNvPr id="892" name="Google Shape;89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0625" y="1434425"/>
            <a:ext cx="740675" cy="6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White">
  <p:cSld name="CUSTOM_23_1_1_2_1_1_1_1_1_1_1_1_1_1_4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896" name="Google Shape;896;p116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897" name="Google Shape;897;p116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16"/>
          <p:cNvSpPr>
            <a:spLocks noGrp="1"/>
          </p:cNvSpPr>
          <p:nvPr>
            <p:ph type="pic" idx="3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9" name="Google Shape;899;p116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Black">
  <p:cSld name="CUSTOM_23_1_1_2_1_1_1_1_1_1_1_1_1_1_4_1">
    <p:bg>
      <p:bgPr>
        <a:solidFill>
          <a:schemeClr val="dk1"/>
        </a:solidFill>
        <a:effectLst/>
      </p:bgPr>
    </p:bg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17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b="1">
                <a:solidFill>
                  <a:schemeClr val="lt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b="1">
                <a:solidFill>
                  <a:schemeClr val="lt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600"/>
              <a:buChar char="■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3" name="Google Shape;903;p117"/>
          <p:cNvSpPr>
            <a:spLocks noGrp="1"/>
          </p:cNvSpPr>
          <p:nvPr>
            <p:ph type="pic" idx="2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4" name="Google Shape;904;p117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1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highlight>
                  <a:schemeClr val="accent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906" name="Google Shape;906;p117"/>
          <p:cNvSpPr txBox="1">
            <a:spLocks noGrp="1"/>
          </p:cNvSpPr>
          <p:nvPr>
            <p:ph type="subTitle" idx="3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2 Quote slide - Gold">
  <p:cSld name="CUSTOM_23_1_1_2_1_1_1_1_1_1_1_1_1_1_4_2">
    <p:bg>
      <p:bgPr>
        <a:solidFill>
          <a:schemeClr val="accent1"/>
        </a:solidFill>
        <a:effectLst/>
      </p:bgPr>
    </p:bg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1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800"/>
              <a:buNone/>
              <a:defRPr>
                <a:highlight>
                  <a:schemeClr val="accent1"/>
                </a:highlight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800"/>
              <a:buNone/>
              <a:defRPr>
                <a:highlight>
                  <a:schemeClr val="accent1"/>
                </a:highlight>
              </a:defRPr>
            </a:lvl9pPr>
          </a:lstStyle>
          <a:p>
            <a:endParaRPr/>
          </a:p>
        </p:txBody>
      </p:sp>
      <p:sp>
        <p:nvSpPr>
          <p:cNvPr id="910" name="Google Shape;910;p118"/>
          <p:cNvSpPr txBox="1">
            <a:spLocks noGrp="1"/>
          </p:cNvSpPr>
          <p:nvPr>
            <p:ph type="body" idx="1"/>
          </p:nvPr>
        </p:nvSpPr>
        <p:spPr>
          <a:xfrm>
            <a:off x="2935225" y="1927100"/>
            <a:ext cx="5760600" cy="20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b="1"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 b="1"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 b="1"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 b="1"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 b="1"/>
            </a:lvl9pPr>
          </a:lstStyle>
          <a:p>
            <a:endParaRPr/>
          </a:p>
        </p:txBody>
      </p:sp>
      <p:sp>
        <p:nvSpPr>
          <p:cNvPr id="911" name="Google Shape;911;p118"/>
          <p:cNvSpPr txBox="1">
            <a:spLocks noGrp="1"/>
          </p:cNvSpPr>
          <p:nvPr>
            <p:ph type="subTitle" idx="2"/>
          </p:nvPr>
        </p:nvSpPr>
        <p:spPr>
          <a:xfrm>
            <a:off x="424450" y="756625"/>
            <a:ext cx="82752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highlight>
                  <a:schemeClr val="lt1"/>
                </a:highlight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18"/>
          <p:cNvSpPr>
            <a:spLocks noGrp="1"/>
          </p:cNvSpPr>
          <p:nvPr>
            <p:ph type="pic" idx="3"/>
          </p:nvPr>
        </p:nvSpPr>
        <p:spPr>
          <a:xfrm>
            <a:off x="640075" y="1586948"/>
            <a:ext cx="1773900" cy="1773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p118"/>
          <p:cNvSpPr txBox="1"/>
          <p:nvPr/>
        </p:nvSpPr>
        <p:spPr>
          <a:xfrm>
            <a:off x="2761168" y="882234"/>
            <a:ext cx="1119000" cy="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" sz="1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5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Photo slide options →">
  <p:cSld name="CUSTOM_23_1_1_1_1_2_1_1_1_1_1_1_1_1_1_3_1">
    <p:bg>
      <p:bgPr>
        <a:solidFill>
          <a:schemeClr val="accent5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19"/>
          <p:cNvSpPr txBox="1"/>
          <p:nvPr/>
        </p:nvSpPr>
        <p:spPr>
          <a:xfrm>
            <a:off x="2411725" y="2073000"/>
            <a:ext cx="67323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Photo slides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917" name="Google Shape;917;p119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Background">
  <p:cSld name="CUSTOM_28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20"/>
          <p:cNvSpPr>
            <a:spLocks noGrp="1"/>
          </p:cNvSpPr>
          <p:nvPr>
            <p:ph type="pic" idx="2"/>
          </p:nvPr>
        </p:nvSpPr>
        <p:spPr>
          <a:xfrm>
            <a:off x="-29300" y="-30900"/>
            <a:ext cx="9182400" cy="516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1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Grid">
  <p:cSld name="CUSTOM_23_1_1_1_2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21"/>
          <p:cNvSpPr>
            <a:spLocks noGrp="1"/>
          </p:cNvSpPr>
          <p:nvPr>
            <p:ph type="pic" idx="2"/>
          </p:nvPr>
        </p:nvSpPr>
        <p:spPr>
          <a:xfrm>
            <a:off x="6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121"/>
          <p:cNvSpPr>
            <a:spLocks noGrp="1"/>
          </p:cNvSpPr>
          <p:nvPr>
            <p:ph type="pic" idx="3"/>
          </p:nvPr>
        </p:nvSpPr>
        <p:spPr>
          <a:xfrm>
            <a:off x="6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121"/>
          <p:cNvSpPr>
            <a:spLocks noGrp="1"/>
          </p:cNvSpPr>
          <p:nvPr>
            <p:ph type="pic" idx="4"/>
          </p:nvPr>
        </p:nvSpPr>
        <p:spPr>
          <a:xfrm>
            <a:off x="231381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121"/>
          <p:cNvSpPr>
            <a:spLocks noGrp="1"/>
          </p:cNvSpPr>
          <p:nvPr>
            <p:ph type="pic" idx="5"/>
          </p:nvPr>
        </p:nvSpPr>
        <p:spPr>
          <a:xfrm>
            <a:off x="231381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121"/>
          <p:cNvSpPr>
            <a:spLocks noGrp="1"/>
          </p:cNvSpPr>
          <p:nvPr>
            <p:ph type="pic" idx="6"/>
          </p:nvPr>
        </p:nvSpPr>
        <p:spPr>
          <a:xfrm>
            <a:off x="4627573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121"/>
          <p:cNvSpPr>
            <a:spLocks noGrp="1"/>
          </p:cNvSpPr>
          <p:nvPr>
            <p:ph type="pic" idx="7"/>
          </p:nvPr>
        </p:nvSpPr>
        <p:spPr>
          <a:xfrm>
            <a:off x="4627573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121"/>
          <p:cNvSpPr>
            <a:spLocks noGrp="1"/>
          </p:cNvSpPr>
          <p:nvPr>
            <p:ph type="pic" idx="8"/>
          </p:nvPr>
        </p:nvSpPr>
        <p:spPr>
          <a:xfrm>
            <a:off x="6941328" y="13"/>
            <a:ext cx="2202600" cy="25152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21"/>
          <p:cNvSpPr>
            <a:spLocks noGrp="1"/>
          </p:cNvSpPr>
          <p:nvPr>
            <p:ph type="pic" idx="9"/>
          </p:nvPr>
        </p:nvSpPr>
        <p:spPr>
          <a:xfrm>
            <a:off x="6941328" y="2617758"/>
            <a:ext cx="2202600" cy="25257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1 Photo slide - Mosaic">
  <p:cSld name="CUSTOM_23_1_1_1_2_1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22"/>
          <p:cNvSpPr>
            <a:spLocks noGrp="1"/>
          </p:cNvSpPr>
          <p:nvPr>
            <p:ph type="pic" idx="2"/>
          </p:nvPr>
        </p:nvSpPr>
        <p:spPr>
          <a:xfrm>
            <a:off x="-10414" y="2136"/>
            <a:ext cx="26238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122"/>
          <p:cNvSpPr>
            <a:spLocks noGrp="1"/>
          </p:cNvSpPr>
          <p:nvPr>
            <p:ph type="pic" idx="3"/>
          </p:nvPr>
        </p:nvSpPr>
        <p:spPr>
          <a:xfrm>
            <a:off x="-10425" y="1746100"/>
            <a:ext cx="2623800" cy="33975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122"/>
          <p:cNvSpPr>
            <a:spLocks noGrp="1"/>
          </p:cNvSpPr>
          <p:nvPr>
            <p:ph type="pic" idx="4"/>
          </p:nvPr>
        </p:nvSpPr>
        <p:spPr>
          <a:xfrm>
            <a:off x="2682550" y="1458075"/>
            <a:ext cx="3327600" cy="16758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122"/>
          <p:cNvSpPr>
            <a:spLocks noGrp="1"/>
          </p:cNvSpPr>
          <p:nvPr>
            <p:ph type="pic" idx="5"/>
          </p:nvPr>
        </p:nvSpPr>
        <p:spPr>
          <a:xfrm>
            <a:off x="2682544" y="2136"/>
            <a:ext cx="17493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122"/>
          <p:cNvSpPr>
            <a:spLocks noGrp="1"/>
          </p:cNvSpPr>
          <p:nvPr>
            <p:ph type="pic" idx="6"/>
          </p:nvPr>
        </p:nvSpPr>
        <p:spPr>
          <a:xfrm>
            <a:off x="4490588" y="2136"/>
            <a:ext cx="1519500" cy="13932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122"/>
          <p:cNvSpPr>
            <a:spLocks noGrp="1"/>
          </p:cNvSpPr>
          <p:nvPr>
            <p:ph type="pic" idx="7"/>
          </p:nvPr>
        </p:nvSpPr>
        <p:spPr>
          <a:xfrm>
            <a:off x="6068831" y="2136"/>
            <a:ext cx="15606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939" name="Google Shape;939;p122"/>
          <p:cNvSpPr>
            <a:spLocks noGrp="1"/>
          </p:cNvSpPr>
          <p:nvPr>
            <p:ph type="pic" idx="8"/>
          </p:nvPr>
        </p:nvSpPr>
        <p:spPr>
          <a:xfrm>
            <a:off x="7688175" y="2136"/>
            <a:ext cx="1455900" cy="3131700"/>
          </a:xfrm>
          <a:prstGeom prst="rect">
            <a:avLst/>
          </a:prstGeom>
          <a:noFill/>
          <a:ln>
            <a:noFill/>
          </a:ln>
        </p:spPr>
      </p:sp>
      <p:sp>
        <p:nvSpPr>
          <p:cNvPr id="940" name="Google Shape;940;p122"/>
          <p:cNvSpPr>
            <a:spLocks noGrp="1"/>
          </p:cNvSpPr>
          <p:nvPr>
            <p:ph type="pic" idx="9"/>
          </p:nvPr>
        </p:nvSpPr>
        <p:spPr>
          <a:xfrm>
            <a:off x="2682550" y="3186300"/>
            <a:ext cx="6461400" cy="19572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1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0 Blank slides: brand color options →">
  <p:cSld name="CUSTOM_23_1_1_1_1_2_1_1_1_1_1_1_1_1_1">
    <p:bg>
      <p:bgPr>
        <a:solidFill>
          <a:schemeClr val="accent5"/>
        </a:solidFill>
        <a:effectLst/>
      </p:bgPr>
    </p:bg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23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Blank slides: brand colors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944" name="Google Shape;944;p123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1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.0 Standard blank slide">
  <p:cSld name="CUSTOM_27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White">
  <p:cSld name="CUSTOM_27_2"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Black">
  <p:cSld name="CUSTOM_26">
    <p:bg>
      <p:bgPr>
        <a:solidFill>
          <a:schemeClr val="dk1"/>
        </a:solidFill>
        <a:effectLst/>
      </p:bgPr>
    </p:bg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Gold">
  <p:cSld name="CUSTOM_27_1">
    <p:bg>
      <p:bgPr>
        <a:solidFill>
          <a:schemeClr val="accent1"/>
        </a:solidFill>
        <a:effectLst/>
      </p:bgPr>
    </p:bg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1 Blank slides: brand colors - Maroon">
  <p:cSld name="CUSTOM_26_1">
    <p:bg>
      <p:bgPr>
        <a:solidFill>
          <a:schemeClr val="accent2"/>
        </a:solidFill>
        <a:effectLst/>
      </p:bgPr>
    </p:bg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White">
  <p:cSld name="CUSTOM_23_1_1_2_1_1_1_1_1_1_1_1_1_1_1_2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129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Black">
  <p:cSld name="CUSTOM_22_1_1_1_1_1_1_1_1_1_1_1_1_1_1_1">
    <p:bg>
      <p:bgPr>
        <a:solidFill>
          <a:schemeClr val="dk1"/>
        </a:solidFill>
        <a:effectLst/>
      </p:bgPr>
    </p:bg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Google Shape;960;p130"/>
          <p:cNvPicPr preferRelativeResize="0"/>
          <p:nvPr/>
        </p:nvPicPr>
        <p:blipFill rotWithShape="1">
          <a:blip r:embed="rId2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1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Gold">
  <p:cSld name="CUSTOM_23_1_1_1_1_1_1_1_1_1_1_1_1_1_1_1">
    <p:bg>
      <p:bgPr>
        <a:solidFill>
          <a:schemeClr val="accent1"/>
        </a:solidFill>
        <a:effectLst/>
      </p:bgPr>
    </p:bg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131" descr="ASU_Horiz_RGB_Digital_MaroonGold.png"/>
          <p:cNvPicPr preferRelativeResize="0"/>
          <p:nvPr/>
        </p:nvPicPr>
        <p:blipFill rotWithShape="1">
          <a:blip r:embed="rId2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1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Maroon">
  <p:cSld name="CUSTOM_23_1_1_1_1_2_1_1_1_1_1_1_1_1_1_1">
    <p:bg>
      <p:bgPr>
        <a:solidFill>
          <a:schemeClr val="accent2"/>
        </a:solidFill>
        <a:effectLst/>
      </p:bgPr>
    </p:bg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p132"/>
          <p:cNvPicPr preferRelativeResize="0"/>
          <p:nvPr/>
        </p:nvPicPr>
        <p:blipFill rotWithShape="1">
          <a:blip r:embed="rId2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2 Blank slides: brand colors - Photo">
  <p:cSld name="CUSTOM_23_1_1_2_1_1_1_1_1_1_1_1_1_1_1_1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33"/>
          <p:cNvSpPr>
            <a:spLocks noGrp="1"/>
          </p:cNvSpPr>
          <p:nvPr>
            <p:ph type="pic" idx="2"/>
          </p:nvPr>
        </p:nvSpPr>
        <p:spPr>
          <a:xfrm>
            <a:off x="-47625" y="-41200"/>
            <a:ext cx="9201000" cy="517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0" name="Google Shape;970;p133"/>
          <p:cNvGrpSpPr/>
          <p:nvPr/>
        </p:nvGrpSpPr>
        <p:grpSpPr>
          <a:xfrm>
            <a:off x="7867711" y="4336142"/>
            <a:ext cx="1295214" cy="651102"/>
            <a:chOff x="7867711" y="4336142"/>
            <a:chExt cx="1295214" cy="651102"/>
          </a:xfrm>
        </p:grpSpPr>
        <p:sp>
          <p:nvSpPr>
            <p:cNvPr id="971" name="Google Shape;971;p133"/>
            <p:cNvSpPr/>
            <p:nvPr/>
          </p:nvSpPr>
          <p:spPr>
            <a:xfrm>
              <a:off x="7878325" y="4399875"/>
              <a:ext cx="1284600" cy="54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2" name="Google Shape;972;p133" descr="ASU_Horiz_RGB_Digital_MaroonGold.png"/>
            <p:cNvPicPr preferRelativeResize="0"/>
            <p:nvPr/>
          </p:nvPicPr>
          <p:blipFill rotWithShape="1">
            <a:blip r:embed="rId2">
              <a:alphaModFix/>
            </a:blip>
            <a:srcRect r="57818"/>
            <a:stretch/>
          </p:blipFill>
          <p:spPr>
            <a:xfrm>
              <a:off x="7867711" y="4336142"/>
              <a:ext cx="989550" cy="6511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3" name="Google Shape;973;p1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3 Blank slides: brand pattern options →">
  <p:cSld name="CUSTOM_23_1_1_1_1_2_1_1_1_1_1_1_1_1_1_3">
    <p:bg>
      <p:bgPr>
        <a:solidFill>
          <a:schemeClr val="accent5"/>
        </a:solidFill>
        <a:effectLst/>
      </p:bgPr>
    </p:bg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34"/>
          <p:cNvSpPr txBox="1"/>
          <p:nvPr/>
        </p:nvSpPr>
        <p:spPr>
          <a:xfrm>
            <a:off x="2411725" y="1574250"/>
            <a:ext cx="673230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FFFF"/>
                </a:solidFill>
                <a:highlight>
                  <a:schemeClr val="dk1"/>
                </a:highlight>
              </a:rPr>
              <a:t>Blank slides: brand patterns</a:t>
            </a:r>
            <a:endParaRPr sz="7200" b="1">
              <a:solidFill>
                <a:srgbClr val="FFFFFF"/>
              </a:solidFill>
              <a:highlight>
                <a:schemeClr val="dk1"/>
              </a:highlight>
            </a:endParaRPr>
          </a:p>
        </p:txBody>
      </p:sp>
      <p:sp>
        <p:nvSpPr>
          <p:cNvPr id="976" name="Google Shape;976;p134"/>
          <p:cNvSpPr/>
          <p:nvPr/>
        </p:nvSpPr>
        <p:spPr>
          <a:xfrm>
            <a:off x="0" y="0"/>
            <a:ext cx="2168400" cy="51435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1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Topo - White">
  <p:cSld name="CUSTOM_22_1_1_1_1_1_1_1_1_1_1_1_1_1_1_1_1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Google Shape;979;p135"/>
          <p:cNvPicPr preferRelativeResize="0"/>
          <p:nvPr/>
        </p:nvPicPr>
        <p:blipFill rotWithShape="1">
          <a:blip r:embed="rId2">
            <a:alphaModFix/>
          </a:blip>
          <a:srcRect l="20" r="30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Topo - Black">
  <p:cSld name="CUSTOM_23_1_1_2_1_1_1_1_1_1_1_1_1_1_1_1_1_2_1">
    <p:bg>
      <p:bgPr>
        <a:solidFill>
          <a:schemeClr val="dk1"/>
        </a:solidFill>
        <a:effectLst/>
      </p:bgPr>
    </p:bg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136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1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Morse Code - White">
  <p:cSld name="CUSTOM_23_1_1_1_1_1_1_1_1_1_1_1_1_1_1_1_1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137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Morse Code - Black">
  <p:cSld name="CUSTOM_22_1_1_1_1_1_1_1_1_1_1_1_1_1_1_1_1_1_1">
    <p:bg>
      <p:bgPr>
        <a:solidFill>
          <a:schemeClr val="dk1"/>
        </a:solidFill>
        <a:effectLst/>
      </p:bgPr>
    </p:bg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Google Shape;988;p138"/>
          <p:cNvPicPr preferRelativeResize="0"/>
          <p:nvPr/>
        </p:nvPicPr>
        <p:blipFill rotWithShape="1">
          <a:blip r:embed="rId2">
            <a:alphaModFix/>
          </a:blip>
          <a:srcRect l="70" r="70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1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Network - White">
  <p:cSld name="CUSTOM_23_1_1_2_1_1_1_1_1_1_1_1_1_1_1_1_1"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139"/>
          <p:cNvPicPr preferRelativeResize="0"/>
          <p:nvPr/>
        </p:nvPicPr>
        <p:blipFill rotWithShape="1">
          <a:blip r:embed="rId2">
            <a:alphaModFix/>
          </a:blip>
          <a:srcRect l="10" r="2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4 Blank slides: brand pattern - Network - Black">
  <p:cSld name="CUSTOM_22_1_1_1_1_1_1_1_1_1_1_1_1_1_1_1_1_2">
    <p:bg>
      <p:bgPr>
        <a:solidFill>
          <a:schemeClr val="dk1"/>
        </a:solidFill>
        <a:effectLst/>
      </p:bgPr>
    </p:bg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140"/>
          <p:cNvPicPr preferRelativeResize="0"/>
          <p:nvPr/>
        </p:nvPicPr>
        <p:blipFill rotWithShape="1">
          <a:blip r:embed="rId2">
            <a:alphaModFix/>
          </a:blip>
          <a:srcRect l="30" r="40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Topo - White">
  <p:cSld name="CUSTOM_22_1_1_1_1_1_1_1_1_1_1_1_1_1_1_1_1_3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7" name="Google Shape;997;p141"/>
          <p:cNvPicPr preferRelativeResize="0"/>
          <p:nvPr/>
        </p:nvPicPr>
        <p:blipFill rotWithShape="1">
          <a:blip r:embed="rId2">
            <a:alphaModFix/>
          </a:blip>
          <a:srcRect l="20" r="30"/>
          <a:stretch/>
        </p:blipFill>
        <p:spPr>
          <a:xfrm>
            <a:off x="0" y="-2225"/>
            <a:ext cx="9144003" cy="514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141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Topo - Black">
  <p:cSld name="CUSTOM_23_1_1_2_1_1_1_1_1_1_1_1_1_1_1_1_1_2_1_1">
    <p:bg>
      <p:bgPr>
        <a:solidFill>
          <a:schemeClr val="dk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42"/>
          <p:cNvPicPr preferRelativeResize="0"/>
          <p:nvPr/>
        </p:nvPicPr>
        <p:blipFill rotWithShape="1">
          <a:blip r:embed="rId2">
            <a:alphaModFix/>
          </a:blip>
          <a:srcRect l="40" r="50"/>
          <a:stretch/>
        </p:blipFill>
        <p:spPr>
          <a:xfrm>
            <a:off x="0" y="-5587"/>
            <a:ext cx="9144003" cy="515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42"/>
          <p:cNvPicPr preferRelativeResize="0"/>
          <p:nvPr/>
        </p:nvPicPr>
        <p:blipFill rotWithShape="1">
          <a:blip r:embed="rId3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1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Morse Code - White">
  <p:cSld name="CUSTOM_23_1_1_1_1_1_1_1_1_1_1_1_1_1_1_1_1_1"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143"/>
          <p:cNvPicPr preferRelativeResize="0"/>
          <p:nvPr/>
        </p:nvPicPr>
        <p:blipFill rotWithShape="1">
          <a:blip r:embed="rId2">
            <a:alphaModFix/>
          </a:blip>
          <a:srcRect l="50" r="50"/>
          <a:stretch/>
        </p:blipFill>
        <p:spPr>
          <a:xfrm>
            <a:off x="0" y="-2225"/>
            <a:ext cx="9144003" cy="514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143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1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Morse Code - Black">
  <p:cSld name="CUSTOM_22_1_1_1_1_1_1_1_1_1_1_1_1_1_1_1_1_1_1_1">
    <p:bg>
      <p:bgPr>
        <a:solidFill>
          <a:schemeClr val="dk1"/>
        </a:solidFill>
        <a:effectLst/>
      </p:bgPr>
    </p:bg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144"/>
          <p:cNvPicPr preferRelativeResize="0"/>
          <p:nvPr/>
        </p:nvPicPr>
        <p:blipFill rotWithShape="1">
          <a:blip r:embed="rId2">
            <a:alphaModFix/>
          </a:blip>
          <a:srcRect l="70" r="70"/>
          <a:stretch/>
        </p:blipFill>
        <p:spPr>
          <a:xfrm>
            <a:off x="0" y="-2225"/>
            <a:ext cx="9144003" cy="5148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144"/>
          <p:cNvPicPr preferRelativeResize="0"/>
          <p:nvPr/>
        </p:nvPicPr>
        <p:blipFill rotWithShape="1">
          <a:blip r:embed="rId3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1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Network - White">
  <p:cSld name="CUSTOM_23_1_1_2_1_1_1_1_1_1_1_1_1_1_1_1_1_2"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" name="Google Shape;1013;p145"/>
          <p:cNvPicPr preferRelativeResize="0"/>
          <p:nvPr/>
        </p:nvPicPr>
        <p:blipFill rotWithShape="1">
          <a:blip r:embed="rId2">
            <a:alphaModFix/>
          </a:blip>
          <a:srcRect l="10" r="2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145" descr="ASU_Horiz_RGB_Digital_MaroonGold.png"/>
          <p:cNvPicPr preferRelativeResize="0"/>
          <p:nvPr/>
        </p:nvPicPr>
        <p:blipFill rotWithShape="1">
          <a:blip r:embed="rId3">
            <a:alphaModFix/>
          </a:blip>
          <a:srcRect r="57818"/>
          <a:stretch/>
        </p:blipFill>
        <p:spPr>
          <a:xfrm>
            <a:off x="7867711" y="4336142"/>
            <a:ext cx="989550" cy="65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1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5 Blank slides: brand pattern - Network - Black">
  <p:cSld name="CUSTOM_22_1_1_1_1_1_1_1_1_1_1_1_1_1_1_1_1_2_1">
    <p:bg>
      <p:bgPr>
        <a:solidFill>
          <a:schemeClr val="dk1"/>
        </a:solidFill>
        <a:effectLst/>
      </p:bgPr>
    </p:bg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p146"/>
          <p:cNvPicPr preferRelativeResize="0"/>
          <p:nvPr/>
        </p:nvPicPr>
        <p:blipFill rotWithShape="1">
          <a:blip r:embed="rId2">
            <a:alphaModFix/>
          </a:blip>
          <a:srcRect l="30" r="40"/>
          <a:stretch/>
        </p:blipFill>
        <p:spPr>
          <a:xfrm>
            <a:off x="0" y="-2225"/>
            <a:ext cx="9144003" cy="5149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146"/>
          <p:cNvPicPr preferRelativeResize="0"/>
          <p:nvPr/>
        </p:nvPicPr>
        <p:blipFill rotWithShape="1">
          <a:blip r:embed="rId3">
            <a:alphaModFix/>
          </a:blip>
          <a:srcRect l="7060" t="13181" r="5885" b="8920"/>
          <a:stretch/>
        </p:blipFill>
        <p:spPr>
          <a:xfrm>
            <a:off x="7964425" y="4428975"/>
            <a:ext cx="930449" cy="4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Topo - White">
  <p:cSld name="CUSTOM_23_1_1_2_1_1_1_1_1_1_1_1_1_1_1_1_1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oogle Shape;1021;p147"/>
          <p:cNvPicPr preferRelativeResize="0"/>
          <p:nvPr/>
        </p:nvPicPr>
        <p:blipFill rotWithShape="1">
          <a:blip r:embed="rId2">
            <a:alphaModFix/>
          </a:blip>
          <a:srcRect t="10" b="20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1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Topo - Black">
  <p:cSld name="CUSTOM_23_1_1_2_1_1_1_1_1_1_1_1_1_1_1_1_1_1_2">
    <p:bg>
      <p:bgPr>
        <a:solidFill>
          <a:schemeClr val="dk1"/>
        </a:solidFill>
        <a:effectLst/>
      </p:bgPr>
    </p:bg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148"/>
          <p:cNvPicPr preferRelativeResize="0"/>
          <p:nvPr/>
        </p:nvPicPr>
        <p:blipFill rotWithShape="1">
          <a:blip r:embed="rId2">
            <a:alphaModFix/>
          </a:blip>
          <a:srcRect l="10" r="2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1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Morse Code - White">
  <p:cSld name="CUSTOM_23_1_1_2_1_1_1_1_1_1_1_1_1_1_1_1_1_1_3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149"/>
          <p:cNvPicPr preferRelativeResize="0"/>
          <p:nvPr/>
        </p:nvPicPr>
        <p:blipFill rotWithShape="1">
          <a:blip r:embed="rId2">
            <a:alphaModFix/>
          </a:blip>
          <a:srcRect l="30" r="40"/>
          <a:stretch/>
        </p:blipFill>
        <p:spPr>
          <a:xfrm>
            <a:off x="0" y="-1725"/>
            <a:ext cx="9144005" cy="5146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1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Morse Code - Black">
  <p:cSld name="CUSTOM_23_1_1_2_1_1_1_1_1_1_1_1_1_1_1_1_1_1_2_1">
    <p:bg>
      <p:bgPr>
        <a:solidFill>
          <a:schemeClr val="dk1"/>
        </a:solidFill>
        <a:effectLst/>
      </p:bgPr>
    </p:bg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150"/>
          <p:cNvPicPr preferRelativeResize="0"/>
          <p:nvPr/>
        </p:nvPicPr>
        <p:blipFill rotWithShape="1">
          <a:blip r:embed="rId2">
            <a:alphaModFix/>
          </a:blip>
          <a:srcRect l="60" r="60"/>
          <a:stretch/>
        </p:blipFill>
        <p:spPr>
          <a:xfrm>
            <a:off x="0" y="-1725"/>
            <a:ext cx="9144003" cy="5146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1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Network - White">
  <p:cSld name="CUSTOM_23_1_1_2_1_1_1_1_1_1_1_1_1_1_1_1_1_1_3_1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151"/>
          <p:cNvPicPr preferRelativeResize="0"/>
          <p:nvPr/>
        </p:nvPicPr>
        <p:blipFill rotWithShape="1">
          <a:blip r:embed="rId2">
            <a:alphaModFix/>
          </a:blip>
          <a:srcRect t="10" b="20"/>
          <a:stretch/>
        </p:blipFill>
        <p:spPr>
          <a:xfrm>
            <a:off x="0" y="-1725"/>
            <a:ext cx="9144005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1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.6 Blank slides: brand pattern - Frame - Network - Black">
  <p:cSld name="CUSTOM_23_1_1_2_1_1_1_1_1_1_1_1_1_1_1_1_1_1_2_1_1">
    <p:bg>
      <p:bgPr>
        <a:solidFill>
          <a:schemeClr val="dk1"/>
        </a:solidFill>
        <a:effectLst/>
      </p:bgPr>
    </p:bg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52"/>
          <p:cNvPicPr preferRelativeResize="0"/>
          <p:nvPr/>
        </p:nvPicPr>
        <p:blipFill rotWithShape="1">
          <a:blip r:embed="rId2">
            <a:alphaModFix/>
          </a:blip>
          <a:srcRect l="10" r="20"/>
          <a:stretch/>
        </p:blipFill>
        <p:spPr>
          <a:xfrm>
            <a:off x="0" y="-1725"/>
            <a:ext cx="9144003" cy="5146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Z Not intended for use. Included so the full ASU color palette is available for your use in the color picker.">
  <p:cSld name="CUSTOM_32">
    <p:bg>
      <p:bgPr>
        <a:solidFill>
          <a:schemeClr val="accent5"/>
        </a:solidFill>
        <a:effectLst/>
      </p:bgPr>
    </p:bg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53"/>
          <p:cNvSpPr txBox="1"/>
          <p:nvPr/>
        </p:nvSpPr>
        <p:spPr>
          <a:xfrm>
            <a:off x="424925" y="239700"/>
            <a:ext cx="82944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3200" b="1">
                <a:solidFill>
                  <a:srgbClr val="BFBFBF"/>
                </a:solidFill>
              </a:rPr>
              <a:t>ASU color palette</a:t>
            </a:r>
            <a:br>
              <a:rPr lang="en" sz="3200" b="1">
                <a:solidFill>
                  <a:srgbClr val="191919"/>
                </a:solidFill>
              </a:rPr>
            </a:br>
            <a:r>
              <a:rPr lang="en" b="1">
                <a:solidFill>
                  <a:srgbClr val="FFFFFF"/>
                </a:solidFill>
                <a:highlight>
                  <a:srgbClr val="BFBFBF"/>
                </a:highlight>
              </a:rPr>
              <a:t>Not intended for use: This slide ensures the expanded ASU color palette is in your color picker.</a:t>
            </a:r>
            <a:r>
              <a:rPr lang="en" sz="1300" b="1">
                <a:solidFill>
                  <a:srgbClr val="FFFFFF"/>
                </a:solidFill>
                <a:highlight>
                  <a:srgbClr val="BFBFBF"/>
                </a:highlight>
              </a:rPr>
              <a:t> </a:t>
            </a:r>
            <a:endParaRPr sz="1300" b="1">
              <a:solidFill>
                <a:srgbClr val="FFFFFF"/>
              </a:solidFill>
              <a:highlight>
                <a:srgbClr val="BFBFBF"/>
              </a:highlight>
            </a:endParaRPr>
          </a:p>
        </p:txBody>
      </p:sp>
      <p:graphicFrame>
        <p:nvGraphicFramePr>
          <p:cNvPr id="1040" name="Google Shape;1040;p153"/>
          <p:cNvGraphicFramePr/>
          <p:nvPr/>
        </p:nvGraphicFramePr>
        <p:xfrm>
          <a:off x="419007" y="1003232"/>
          <a:ext cx="6127275" cy="3907490"/>
        </p:xfrm>
        <a:graphic>
          <a:graphicData uri="http://schemas.openxmlformats.org/drawingml/2006/table">
            <a:tbl>
              <a:tblPr>
                <a:noFill/>
                <a:tableStyleId>{CA275B17-B9BB-4800-942C-4837F45E45CA}</a:tableStyleId>
              </a:tblPr>
              <a:tblGrid>
                <a:gridCol w="9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0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rgbClr val="BFBFBF"/>
                          </a:solidFill>
                        </a:rPr>
                        <a:t>Primary colors</a:t>
                      </a:r>
                      <a:r>
                        <a:rPr lang="en" sz="800">
                          <a:solidFill>
                            <a:srgbClr val="BFBFBF"/>
                          </a:solidFill>
                        </a:rPr>
                        <a:t>. These should be your first color choices and used more prominently than secondary colors</a:t>
                      </a:r>
                      <a:endParaRPr sz="8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6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8E8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Gold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#FFC627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Maroon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#8C1D40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Black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</a:t>
                      </a:r>
                      <a:br>
                        <a:rPr lang="en" sz="700">
                          <a:solidFill>
                            <a:srgbClr val="BFBFBF"/>
                          </a:solidFill>
                        </a:rPr>
                      </a:b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#FFFFFF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Secondary colors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. Use as accents. Only use in addition to primary. May not to be used without primary brand colors. </a:t>
                      </a:r>
                      <a:endParaRPr sz="6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8BE2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A3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F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F67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B7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49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Gree</a:t>
                      </a: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n</a:t>
                      </a: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 #78BE20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Blue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#00A3E0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Orange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#FF7F32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Copper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#AF674B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Turquoise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#4AB7C4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Pink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#E74973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#747474</a:t>
                      </a: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 b="1">
                          <a:solidFill>
                            <a:srgbClr val="BFBFBF"/>
                          </a:solidFill>
                        </a:rPr>
                        <a:t>ASU Grayscale. </a:t>
                      </a:r>
                      <a:r>
                        <a:rPr lang="en" sz="500">
                          <a:solidFill>
                            <a:srgbClr val="BFBFBF"/>
                          </a:solidFill>
                        </a:rPr>
                        <a:t>For text, line and fill colors. ASU Gray is a part of this scale.</a:t>
                      </a:r>
                      <a:endParaRPr sz="5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84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Black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#000000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1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#191919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2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#484848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Gray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#747474</a:t>
                      </a:r>
                      <a:b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</a:b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(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Gray 3)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4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#BFBFBF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5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#D0D0D0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6</a:t>
                      </a:r>
                      <a:endParaRPr sz="700" b="1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#E8E8E8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Gray</a:t>
                      </a:r>
                      <a:r>
                        <a:rPr lang="en" sz="700" b="1" u="none" strike="noStrike" cap="none">
                          <a:solidFill>
                            <a:srgbClr val="BFBFBF"/>
                          </a:solidFill>
                        </a:rPr>
                        <a:t> </a:t>
                      </a: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7</a:t>
                      </a:r>
                      <a:r>
                        <a:rPr lang="en" sz="700" u="none" strike="noStrike" cap="none">
                          <a:solidFill>
                            <a:srgbClr val="BFBFBF"/>
                          </a:solidFill>
                        </a:rPr>
                        <a:t> #FAFAFA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solidFill>
                            <a:srgbClr val="BFBFBF"/>
                          </a:solidFill>
                        </a:rPr>
                        <a:t>ASU White</a:t>
                      </a:r>
                      <a:r>
                        <a:rPr lang="en" sz="700">
                          <a:solidFill>
                            <a:srgbClr val="BFBFBF"/>
                          </a:solidFill>
                        </a:rPr>
                        <a:t> #FFFFFF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AFAF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1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00" b="1">
                          <a:solidFill>
                            <a:srgbClr val="BFBFBF"/>
                          </a:solidFill>
                        </a:rPr>
                        <a:t>Color tints.</a:t>
                      </a:r>
                      <a:r>
                        <a:rPr lang="en" sz="500">
                          <a:solidFill>
                            <a:srgbClr val="BFBFBF"/>
                          </a:solidFill>
                        </a:rPr>
                        <a:t> Brand palette tint variations for use in data visualizations and spreadsheets</a:t>
                      </a:r>
                      <a:endParaRPr sz="5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FC9C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F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F0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A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D9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D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1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700" u="none" strike="noStrike" cap="none"/>
                    </a:p>
                  </a:txBody>
                  <a:tcPr marL="0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1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Gold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#FFF1C9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Maroon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#DFC9CF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Green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#E9F5DB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Blue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#D6F0FA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Orange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#FFEADE</a:t>
                      </a:r>
                      <a:endParaRPr sz="700" u="none" strike="noStrike" cap="none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Copper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#EBD9D2</a:t>
                      </a:r>
                      <a:endParaRPr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Turquoise 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#D2EDF0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25% ASU Pink 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BFBFBF"/>
                          </a:solidFill>
                        </a:rPr>
                        <a:t>#F9D1DC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41" name="Google Shape;1041;p153"/>
          <p:cNvGraphicFramePr/>
          <p:nvPr/>
        </p:nvGraphicFramePr>
        <p:xfrm>
          <a:off x="5969457" y="4075635"/>
          <a:ext cx="1023025" cy="821125"/>
        </p:xfrm>
        <a:graphic>
          <a:graphicData uri="http://schemas.openxmlformats.org/drawingml/2006/table">
            <a:tbl>
              <a:tblPr>
                <a:noFill/>
                <a:tableStyleId>{CA275B17-B9BB-4800-942C-4837F45E45CA}</a:tableStyleId>
              </a:tblPr>
              <a:tblGrid>
                <a:gridCol w="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u="none" strike="noStrike" cap="none"/>
                    </a:p>
                  </a:txBody>
                  <a:tcPr marL="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2F2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Error Red</a:t>
                      </a:r>
                      <a:endParaRPr sz="600" b="1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solidFill>
                            <a:srgbClr val="BFBFBF"/>
                          </a:solidFill>
                        </a:rPr>
                        <a:t>#CC2F2F </a:t>
                      </a:r>
                      <a:br>
                        <a:rPr lang="en" sz="600">
                          <a:solidFill>
                            <a:srgbClr val="BFBFBF"/>
                          </a:solidFill>
                        </a:rPr>
                      </a:br>
                      <a:endParaRPr sz="600">
                        <a:solidFill>
                          <a:srgbClr val="BFBFBF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BFBFBF"/>
                          </a:solidFill>
                        </a:rPr>
                        <a:t>For digital use only</a:t>
                      </a:r>
                      <a:r>
                        <a:rPr lang="en" sz="600">
                          <a:solidFill>
                            <a:srgbClr val="BFBFBF"/>
                          </a:solidFill>
                        </a:rPr>
                        <a:t> to indicate system errors, issues or negative number values.</a:t>
                      </a:r>
                      <a:endParaRPr sz="700">
                        <a:solidFill>
                          <a:srgbClr val="BFBFBF"/>
                        </a:solidFill>
                      </a:endParaRPr>
                    </a:p>
                  </a:txBody>
                  <a:tcPr marL="4570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rgbClr val="191919"/>
                        </a:solidFill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42" name="Google Shape;1042;p1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75800" y="1304137"/>
            <a:ext cx="1376100" cy="14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53"/>
          <p:cNvSpPr/>
          <p:nvPr/>
        </p:nvSpPr>
        <p:spPr>
          <a:xfrm>
            <a:off x="7727200" y="916675"/>
            <a:ext cx="273300" cy="336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7" name="Google Shape;1047;p1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48" name="Google Shape;1048;p1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51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7762875" y="4992143"/>
            <a:ext cx="1042800" cy="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rPr lang="en" sz="400" i="0" u="none" strike="noStrike" cap="none">
                <a:solidFill>
                  <a:schemeClr val="lt2"/>
                </a:solidFill>
              </a:rPr>
              <a:t>Copyright © </a:t>
            </a:r>
            <a:r>
              <a:rPr lang="en" sz="400">
                <a:solidFill>
                  <a:schemeClr val="lt2"/>
                </a:solidFill>
              </a:rPr>
              <a:t>2025 </a:t>
            </a:r>
            <a:r>
              <a:rPr lang="en" sz="400" i="0" u="none" strike="noStrike" cap="none">
                <a:solidFill>
                  <a:schemeClr val="lt2"/>
                </a:solidFill>
              </a:rPr>
              <a:t>Arizona Board of Regents</a:t>
            </a:r>
            <a:endParaRPr sz="400" i="0" u="none" strike="noStrike" cap="none">
              <a:solidFill>
                <a:schemeClr val="lt2"/>
              </a:solidFill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52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4105500" cy="31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-2695750" y="4298700"/>
            <a:ext cx="252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Area below the line reserved </a:t>
            </a:r>
            <a:r>
              <a:rPr lang="en">
                <a:solidFill>
                  <a:schemeClr val="dk2"/>
                </a:solidFill>
              </a:rPr>
              <a:t>to accommodate live closed captioning during presentations.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0" name="Google Shape;10;p1"/>
          <p:cNvCxnSpPr/>
          <p:nvPr/>
        </p:nvCxnSpPr>
        <p:spPr>
          <a:xfrm>
            <a:off x="-2917025" y="4168375"/>
            <a:ext cx="287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1"/>
          <p:cNvCxnSpPr/>
          <p:nvPr/>
        </p:nvCxnSpPr>
        <p:spPr>
          <a:xfrm>
            <a:off x="9190925" y="4168375"/>
            <a:ext cx="2870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2;p1"/>
          <p:cNvSpPr txBox="1"/>
          <p:nvPr/>
        </p:nvSpPr>
        <p:spPr>
          <a:xfrm>
            <a:off x="9351103" y="4298700"/>
            <a:ext cx="252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Area below the line reserved </a:t>
            </a:r>
            <a:r>
              <a:rPr lang="en">
                <a:solidFill>
                  <a:schemeClr val="dk2"/>
                </a:solidFill>
              </a:rPr>
              <a:t>to accommodate live closed captioning during presentations.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65">
          <p15:clr>
            <a:srgbClr val="FF00FF"/>
          </p15:clr>
        </p15:guide>
        <p15:guide id="2" pos="5478">
          <p15:clr>
            <a:srgbClr val="FF00FF"/>
          </p15:clr>
        </p15:guide>
        <p15:guide id="3" pos="2909">
          <p15:clr>
            <a:srgbClr val="FF00FF"/>
          </p15:clr>
        </p15:guide>
        <p15:guide id="4" pos="5547">
          <p15:clr>
            <a:srgbClr val="FF00FF"/>
          </p15:clr>
        </p15:guide>
        <p15:guide id="5" pos="1331">
          <p15:clr>
            <a:srgbClr val="FF00FF"/>
          </p15:clr>
        </p15:guide>
        <p15:guide id="6" pos="467">
          <p15:clr>
            <a:srgbClr val="FF00FF"/>
          </p15:clr>
        </p15:guide>
        <p15:guide id="7" pos="530">
          <p15:clr>
            <a:srgbClr val="FF00FF"/>
          </p15:clr>
        </p15:guide>
        <p15:guide id="8" pos="732">
          <p15:clr>
            <a:srgbClr val="FF00FF"/>
          </p15:clr>
        </p15:guide>
        <p15:guide id="9" pos="795">
          <p15:clr>
            <a:srgbClr val="FF00FF"/>
          </p15:clr>
        </p15:guide>
        <p15:guide id="10" pos="991">
          <p15:clr>
            <a:srgbClr val="FF00FF"/>
          </p15:clr>
        </p15:guide>
        <p15:guide id="11" pos="1060">
          <p15:clr>
            <a:srgbClr val="FF00FF"/>
          </p15:clr>
        </p15:guide>
        <p15:guide id="12" pos="1267">
          <p15:clr>
            <a:srgbClr val="FF00FF"/>
          </p15:clr>
        </p15:guide>
        <p15:guide id="13" pos="1319">
          <p15:clr>
            <a:srgbClr val="FF00FF"/>
          </p15:clr>
        </p15:guide>
        <p15:guide id="14" pos="1521">
          <p15:clr>
            <a:srgbClr val="FF00FF"/>
          </p15:clr>
        </p15:guide>
        <p15:guide id="15" pos="1584">
          <p15:clr>
            <a:srgbClr val="FF00FF"/>
          </p15:clr>
        </p15:guide>
        <p15:guide id="16" pos="1786">
          <p15:clr>
            <a:srgbClr val="FF00FF"/>
          </p15:clr>
        </p15:guide>
        <p15:guide id="17" pos="1849">
          <p15:clr>
            <a:srgbClr val="FF00FF"/>
          </p15:clr>
        </p15:guide>
        <p15:guide id="18" pos="2051">
          <p15:clr>
            <a:srgbClr val="FF00FF"/>
          </p15:clr>
        </p15:guide>
        <p15:guide id="19" pos="2114">
          <p15:clr>
            <a:srgbClr val="FF00FF"/>
          </p15:clr>
        </p15:guide>
        <p15:guide id="20" pos="2316">
          <p15:clr>
            <a:srgbClr val="FF00FF"/>
          </p15:clr>
        </p15:guide>
        <p15:guide id="21" pos="2379">
          <p15:clr>
            <a:srgbClr val="FF00FF"/>
          </p15:clr>
        </p15:guide>
        <p15:guide id="22" pos="2575">
          <p15:clr>
            <a:srgbClr val="FF00FF"/>
          </p15:clr>
        </p15:guide>
        <p15:guide id="23" pos="2644">
          <p15:clr>
            <a:srgbClr val="FF00FF"/>
          </p15:clr>
        </p15:guide>
        <p15:guide id="24" pos="2851">
          <p15:clr>
            <a:srgbClr val="FF00FF"/>
          </p15:clr>
        </p15:guide>
        <p15:guide id="25" pos="3110">
          <p15:clr>
            <a:srgbClr val="FF00FF"/>
          </p15:clr>
        </p15:guide>
        <p15:guide id="26" pos="3174">
          <p15:clr>
            <a:srgbClr val="FF00FF"/>
          </p15:clr>
        </p15:guide>
        <p15:guide id="27" pos="3375">
          <p15:clr>
            <a:srgbClr val="FF00FF"/>
          </p15:clr>
        </p15:guide>
        <p15:guide id="28" pos="3439">
          <p15:clr>
            <a:srgbClr val="FF00FF"/>
          </p15:clr>
        </p15:guide>
        <p15:guide id="29" pos="3640">
          <p15:clr>
            <a:srgbClr val="FF00FF"/>
          </p15:clr>
        </p15:guide>
        <p15:guide id="30" pos="3698">
          <p15:clr>
            <a:srgbClr val="FF00FF"/>
          </p15:clr>
        </p15:guide>
        <p15:guide id="31" pos="3905">
          <p15:clr>
            <a:srgbClr val="FF00FF"/>
          </p15:clr>
        </p15:guide>
        <p15:guide id="32" pos="3963">
          <p15:clr>
            <a:srgbClr val="FF00FF"/>
          </p15:clr>
        </p15:guide>
        <p15:guide id="33" pos="4164">
          <p15:clr>
            <a:srgbClr val="FF00FF"/>
          </p15:clr>
        </p15:guide>
        <p15:guide id="34" pos="4228">
          <p15:clr>
            <a:srgbClr val="FF00FF"/>
          </p15:clr>
        </p15:guide>
        <p15:guide id="35" pos="4429">
          <p15:clr>
            <a:srgbClr val="FF00FF"/>
          </p15:clr>
        </p15:guide>
        <p15:guide id="36" pos="4493">
          <p15:clr>
            <a:srgbClr val="FF00FF"/>
          </p15:clr>
        </p15:guide>
        <p15:guide id="37" pos="4694">
          <p15:clr>
            <a:srgbClr val="FF00FF"/>
          </p15:clr>
        </p15:guide>
        <p15:guide id="38" pos="4752">
          <p15:clr>
            <a:srgbClr val="FF00FF"/>
          </p15:clr>
        </p15:guide>
        <p15:guide id="39" pos="4954">
          <p15:clr>
            <a:srgbClr val="FF00FF"/>
          </p15:clr>
        </p15:guide>
        <p15:guide id="40" pos="5017">
          <p15:clr>
            <a:srgbClr val="FF00FF"/>
          </p15:clr>
        </p15:guide>
        <p15:guide id="41" pos="5219">
          <p15:clr>
            <a:srgbClr val="FF00FF"/>
          </p15:clr>
        </p15:guide>
        <p15:guide id="42" pos="5288">
          <p15:clr>
            <a:srgbClr val="FF00FF"/>
          </p15:clr>
        </p15:guide>
        <p15:guide id="43" orient="horz" pos="559">
          <p15:clr>
            <a:srgbClr val="FF00FF"/>
          </p15:clr>
        </p15:guide>
        <p15:guide id="44" orient="horz" pos="3041">
          <p15:clr>
            <a:srgbClr val="FF00FF"/>
          </p15:clr>
        </p15:guide>
        <p15:guide id="45" orient="horz" pos="202">
          <p15:clr>
            <a:srgbClr val="FF00FF"/>
          </p15:clr>
        </p15:guide>
        <p15:guide id="46" orient="horz" pos="1619">
          <p15:clr>
            <a:srgbClr val="00FFFF"/>
          </p15:clr>
        </p15:guide>
        <p15:guide id="47" pos="2880">
          <p15:clr>
            <a:srgbClr val="00FFFF"/>
          </p15:clr>
        </p15:guide>
        <p15:guide id="48" orient="horz" pos="626">
          <p15:clr>
            <a:srgbClr val="FF00FF"/>
          </p15:clr>
        </p15:guide>
        <p15:guide id="49" orient="horz" pos="263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neuralnetworksanddeeplearning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9.xml"/><Relationship Id="rId5" Type="http://schemas.openxmlformats.org/officeDocument/2006/relationships/hyperlink" Target="https://medium.com/@cristianleo120/the-math-behind-transformers-6d7710682a1f" TargetMode="External"/><Relationship Id="rId4" Type="http://schemas.openxmlformats.org/officeDocument/2006/relationships/hyperlink" Target="https://jalammar.github.io/illustrated-transformer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55"/>
          <p:cNvSpPr txBox="1">
            <a:spLocks noGrp="1"/>
          </p:cNvSpPr>
          <p:nvPr>
            <p:ph type="ctrTitle"/>
          </p:nvPr>
        </p:nvSpPr>
        <p:spPr>
          <a:xfrm>
            <a:off x="311708" y="1719675"/>
            <a:ext cx="8520600" cy="969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highlight>
                  <a:schemeClr val="dk1"/>
                </a:highlight>
              </a:rPr>
              <a:t>Attention Score Acceleration using an FPGA</a:t>
            </a:r>
            <a:endParaRPr sz="3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054" name="Google Shape;1054;p155"/>
          <p:cNvSpPr txBox="1">
            <a:spLocks noGrp="1"/>
          </p:cNvSpPr>
          <p:nvPr>
            <p:ph type="subTitle" idx="1"/>
          </p:nvPr>
        </p:nvSpPr>
        <p:spPr>
          <a:xfrm>
            <a:off x="311700" y="323607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/>
            <a:r>
              <a:rPr lang="en" sz="1800">
                <a:highlight>
                  <a:schemeClr val="accent1"/>
                </a:highlight>
              </a:rPr>
              <a:t>Samarth, Rijul, Om and Satyarth</a:t>
            </a:r>
            <a:br>
              <a:rPr lang="en-US"/>
            </a:br>
            <a:r>
              <a:rPr lang="en" sz="1800">
                <a:highlight>
                  <a:srgbClr val="FFC627"/>
                </a:highlight>
              </a:rPr>
              <a:t>RC19</a:t>
            </a:r>
            <a:endParaRPr sz="1300">
              <a:highlight>
                <a:schemeClr val="accent1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E37CDB-5252-E309-6C67-87886D2CC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5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060" name="Google Shape;1060;p156"/>
          <p:cNvSpPr txBox="1">
            <a:spLocks noGrp="1"/>
          </p:cNvSpPr>
          <p:nvPr>
            <p:ph type="body" idx="1"/>
          </p:nvPr>
        </p:nvSpPr>
        <p:spPr>
          <a:xfrm>
            <a:off x="480629" y="1658896"/>
            <a:ext cx="4075796" cy="1825706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sz="1050"/>
              <a:t>Built a standalone one-head attention accelerator for the AMD/Xilinx U55C FPGA.</a:t>
            </a:r>
          </a:p>
          <a:p>
            <a:pPr marL="127000" indent="0">
              <a:buNone/>
            </a:pPr>
            <a:endParaRPr lang="en-GB" sz="1050"/>
          </a:p>
          <a:p>
            <a:r>
              <a:rPr lang="en-US" sz="1050"/>
              <a:t>The FPGA takes one attention head’s query, key, and value data from </a:t>
            </a:r>
            <a:r>
              <a:rPr lang="en-US" sz="1050" err="1"/>
              <a:t>TinyLlama</a:t>
            </a:r>
            <a:r>
              <a:rPr lang="en-US" sz="1050"/>
              <a:t> and produces the corresponding one-head attention output.</a:t>
            </a:r>
          </a:p>
          <a:p>
            <a:pPr marL="127000" indent="0">
              <a:buNone/>
            </a:pPr>
            <a:endParaRPr lang="en-GB" sz="1050"/>
          </a:p>
          <a:p>
            <a:r>
              <a:rPr lang="en-US" sz="1050"/>
              <a:t>Verified synthetic sequence lengths S = 8, 64, 128, 256, 512 and real </a:t>
            </a:r>
            <a:r>
              <a:rPr lang="en-US" sz="1050" err="1"/>
              <a:t>TinyLlama</a:t>
            </a:r>
            <a:r>
              <a:rPr lang="en-US" sz="1050"/>
              <a:t> vectors.</a:t>
            </a:r>
          </a:p>
        </p:txBody>
      </p:sp>
      <p:pic>
        <p:nvPicPr>
          <p:cNvPr id="1061" name="Google Shape;1061;p156"/>
          <p:cNvPicPr preferRelativeResize="0"/>
          <p:nvPr/>
        </p:nvPicPr>
        <p:blipFill rotWithShape="1">
          <a:blip r:embed="rId3">
            <a:alphaModFix/>
          </a:blip>
          <a:srcRect b="31413"/>
          <a:stretch/>
        </p:blipFill>
        <p:spPr>
          <a:xfrm>
            <a:off x="4674075" y="1453600"/>
            <a:ext cx="4075251" cy="223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C40E8-373B-21A3-F4D4-7DE0E6D65C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5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067" name="Google Shape;1067;p157"/>
          <p:cNvSpPr txBox="1">
            <a:spLocks noGrp="1"/>
          </p:cNvSpPr>
          <p:nvPr>
            <p:ph type="body" idx="1"/>
          </p:nvPr>
        </p:nvSpPr>
        <p:spPr>
          <a:xfrm>
            <a:off x="420625" y="1097280"/>
            <a:ext cx="2193208" cy="3571539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70000" lnSpcReduction="20000"/>
          </a:bodyPr>
          <a:lstStyle/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Transformer models rely on the </a:t>
            </a:r>
            <a:r>
              <a:rPr lang="en" sz="1100" b="1">
                <a:solidFill>
                  <a:srgbClr val="000000"/>
                </a:solidFill>
              </a:rPr>
              <a:t>self-attention mechanism</a:t>
            </a:r>
            <a:r>
              <a:rPr lang="en" sz="1100">
                <a:solidFill>
                  <a:srgbClr val="000000"/>
                </a:solidFill>
              </a:rPr>
              <a:t> to capture relationships between tokens in a sequence</a:t>
            </a:r>
            <a:endParaRPr sz="1100">
              <a:solidFill>
                <a:srgbClr val="000000"/>
              </a:solidFill>
            </a:endParaRPr>
          </a:p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Input embeddings are projected into </a:t>
            </a:r>
            <a:r>
              <a:rPr lang="en" sz="1100" b="1">
                <a:solidFill>
                  <a:srgbClr val="000000"/>
                </a:solidFill>
              </a:rPr>
              <a:t>Query (Q), Key (K), and Value (V)</a:t>
            </a:r>
            <a:r>
              <a:rPr lang="en" sz="1100">
                <a:solidFill>
                  <a:srgbClr val="000000"/>
                </a:solidFill>
              </a:rPr>
              <a:t> representations</a:t>
            </a:r>
            <a:endParaRPr sz="1100">
              <a:solidFill>
                <a:srgbClr val="000000"/>
              </a:solidFill>
            </a:endParaRPr>
          </a:p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Attention scores are computed using a </a:t>
            </a:r>
            <a:r>
              <a:rPr lang="en" sz="1100" b="1">
                <a:solidFill>
                  <a:srgbClr val="000000"/>
                </a:solidFill>
              </a:rPr>
              <a:t>matrix multiplication: Q × Kᵀ</a:t>
            </a:r>
            <a:r>
              <a:rPr lang="en" sz="1100">
                <a:solidFill>
                  <a:srgbClr val="000000"/>
                </a:solidFill>
              </a:rPr>
              <a:t>, which measures similarity between tokens</a:t>
            </a:r>
            <a:endParaRPr sz="1100">
              <a:solidFill>
                <a:srgbClr val="000000"/>
              </a:solidFill>
            </a:endParaRPr>
          </a:p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The scores are </a:t>
            </a:r>
            <a:r>
              <a:rPr lang="en" sz="1100" b="1">
                <a:solidFill>
                  <a:srgbClr val="000000"/>
                </a:solidFill>
              </a:rPr>
              <a:t>scaled, optionally masked, and passed through a softmax function</a:t>
            </a:r>
            <a:r>
              <a:rPr lang="en" sz="1100">
                <a:solidFill>
                  <a:srgbClr val="000000"/>
                </a:solidFill>
              </a:rPr>
              <a:t> to produce normalized attention weights</a:t>
            </a:r>
            <a:endParaRPr sz="1100">
              <a:solidFill>
                <a:srgbClr val="000000"/>
              </a:solidFill>
            </a:endParaRPr>
          </a:p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These weights are used to compute a </a:t>
            </a:r>
            <a:r>
              <a:rPr lang="en" sz="1100" b="1">
                <a:solidFill>
                  <a:srgbClr val="000000"/>
                </a:solidFill>
              </a:rPr>
              <a:t>weighted combination of Value (V) vectors</a:t>
            </a:r>
            <a:r>
              <a:rPr lang="en" sz="1100">
                <a:solidFill>
                  <a:srgbClr val="000000"/>
                </a:solidFill>
              </a:rPr>
              <a:t>, forming the final attention output</a:t>
            </a:r>
            <a:endParaRPr sz="1100">
              <a:solidFill>
                <a:srgbClr val="000000"/>
              </a:solidFill>
            </a:endParaRPr>
          </a:p>
          <a:p>
            <a:pPr marL="457200" lvl="0" indent="-282734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100">
                <a:solidFill>
                  <a:srgbClr val="000000"/>
                </a:solidFill>
              </a:rPr>
              <a:t>The </a:t>
            </a:r>
            <a:r>
              <a:rPr lang="en" sz="1100" b="1">
                <a:solidFill>
                  <a:srgbClr val="000000"/>
                </a:solidFill>
              </a:rPr>
              <a:t>Q × Kᵀ operation dominates computation</a:t>
            </a:r>
            <a:r>
              <a:rPr lang="en" sz="1100">
                <a:solidFill>
                  <a:srgbClr val="000000"/>
                </a:solidFill>
              </a:rPr>
              <a:t>, with complexity O(N²d), making it the primary performance bottleneck</a:t>
            </a:r>
            <a:endParaRPr sz="1100">
              <a:solidFill>
                <a:srgbClr val="000000"/>
              </a:solidFill>
            </a:endParaRPr>
          </a:p>
        </p:txBody>
      </p:sp>
      <p:pic>
        <p:nvPicPr>
          <p:cNvPr id="1068" name="Google Shape;1068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382356"/>
            <a:ext cx="6207163" cy="26786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BB52A-7CAA-300C-9BFA-AA045A84EC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5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420626" y="1468738"/>
            <a:ext cx="1961221" cy="250653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lvl="0">
              <a:buSzPts val="1400"/>
            </a:pPr>
            <a:r>
              <a:rPr lang="en-GB" sz="1100"/>
              <a:t>Edge LLMs need efficient local inference.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6343" y="1470183"/>
            <a:ext cx="1961221" cy="250653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lvl="0">
              <a:buSzPts val="1400"/>
            </a:pPr>
            <a:r>
              <a:rPr lang="en-GB" sz="1100"/>
              <a:t>Attention cost grows quickly with sequence length.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2060" y="1462299"/>
            <a:ext cx="1961221" cy="250653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lvl="0">
              <a:spcBef>
                <a:spcPts val="1000"/>
              </a:spcBef>
              <a:spcAft>
                <a:spcPts val="1000"/>
              </a:spcAft>
              <a:buSzPts val="1400"/>
            </a:pPr>
            <a:r>
              <a:rPr lang="en-GB" sz="1100"/>
              <a:t>FPGAs can exploit custom dataflow, parallelism, quantization, and HBM.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2D64D-B908-79A5-74C9-1D1EDA8E18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4</a:t>
            </a:fld>
            <a:endParaRPr lang="en-US"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582D493A-69BD-5C38-26DA-44B4CBA79218}"/>
              </a:ext>
            </a:extLst>
          </p:cNvPr>
          <p:cNvSpPr/>
          <p:nvPr/>
        </p:nvSpPr>
        <p:spPr>
          <a:xfrm>
            <a:off x="6827777" y="1462299"/>
            <a:ext cx="1961221" cy="250653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/>
              <a:t>We isolate one </a:t>
            </a:r>
            <a:r>
              <a:rPr lang="en-US" sz="1100" err="1"/>
              <a:t>TinyLlama</a:t>
            </a:r>
            <a:r>
              <a:rPr lang="en-US" sz="1100"/>
              <a:t> attention head to measure correctness, resource use, and performance on real U55C hardware.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60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1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/>
              <a:t>Methodology &amp; Implementation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3202" y="1206165"/>
            <a:ext cx="2075149" cy="1472491"/>
          </a:xfrm>
          <a:prstGeom prst="roundRect">
            <a:avLst/>
          </a:prstGeom>
          <a:solidFill>
            <a:srgbClr val="99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9945" lvl="0">
              <a:buSzPct val="86098"/>
            </a:pPr>
            <a:r>
              <a:rPr lang="en-GB" sz="1100" b="1"/>
              <a:t>Fused Score + Mask/Scale</a:t>
            </a:r>
            <a:endParaRPr lang="en-GB" sz="1100"/>
          </a:p>
          <a:p>
            <a:pPr marL="149945" lvl="0">
              <a:buSzPct val="86098"/>
            </a:pPr>
            <a:endParaRPr lang="en-GB" sz="1100"/>
          </a:p>
          <a:p>
            <a:pPr marL="149945" lvl="0">
              <a:buSzPct val="86098"/>
            </a:pPr>
            <a:r>
              <a:rPr lang="en-US" sz="900"/>
              <a:t>Computes QK^T, applies causal mask, and scales logits in one kernel.</a:t>
            </a:r>
            <a:endParaRPr lang="en-GB" sz="900"/>
          </a:p>
        </p:txBody>
      </p:sp>
      <p:sp>
        <p:nvSpPr>
          <p:cNvPr id="5" name="Rounded Rectangle 4"/>
          <p:cNvSpPr/>
          <p:nvPr/>
        </p:nvSpPr>
        <p:spPr>
          <a:xfrm>
            <a:off x="3520110" y="1206165"/>
            <a:ext cx="2075149" cy="147249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9136" lvl="0">
              <a:spcBef>
                <a:spcPts val="800"/>
              </a:spcBef>
              <a:buSzPct val="84543"/>
            </a:pPr>
            <a:r>
              <a:rPr lang="en-GB" sz="1100" b="1"/>
              <a:t>Full-Row </a:t>
            </a:r>
            <a:r>
              <a:rPr lang="en-GB" sz="1100" b="1" err="1"/>
              <a:t>Softmax</a:t>
            </a:r>
            <a:endParaRPr lang="en-GB" sz="1100" b="1"/>
          </a:p>
          <a:p>
            <a:pPr marL="159136" lvl="0">
              <a:spcBef>
                <a:spcPts val="800"/>
              </a:spcBef>
              <a:buSzPct val="84543"/>
            </a:pPr>
            <a:r>
              <a:rPr lang="en-GB" sz="900"/>
              <a:t>Normalizes across all S keys, required for S &gt; 64.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7018" y="1206165"/>
            <a:ext cx="2075149" cy="147249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9136" lvl="0">
              <a:spcBef>
                <a:spcPts val="800"/>
              </a:spcBef>
              <a:buSzPct val="84543"/>
            </a:pPr>
            <a:r>
              <a:rPr lang="en-GB" sz="1100" b="1" err="1"/>
              <a:t>softmax</a:t>
            </a:r>
            <a:r>
              <a:rPr lang="en-GB" sz="1100" b="1"/>
              <a:t> @ V</a:t>
            </a:r>
          </a:p>
          <a:p>
            <a:pPr marL="159136" lvl="0">
              <a:spcBef>
                <a:spcPts val="800"/>
              </a:spcBef>
              <a:buSzPct val="84543"/>
            </a:pPr>
            <a:r>
              <a:rPr lang="en-US" sz="900"/>
              <a:t>Consumes attention weights and V tiles to produce one-head </a:t>
            </a:r>
            <a:r>
              <a:rPr lang="en-US" sz="900" err="1"/>
              <a:t>attn_out</a:t>
            </a:r>
            <a:r>
              <a:rPr lang="en-US" sz="900"/>
              <a:t>.</a:t>
            </a:r>
            <a:endParaRPr lang="en-GB" sz="900"/>
          </a:p>
        </p:txBody>
      </p:sp>
      <p:sp>
        <p:nvSpPr>
          <p:cNvPr id="7" name="Rounded Rectangle 6"/>
          <p:cNvSpPr/>
          <p:nvPr/>
        </p:nvSpPr>
        <p:spPr>
          <a:xfrm>
            <a:off x="1949409" y="2865317"/>
            <a:ext cx="2075149" cy="147249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9945">
              <a:buSzPct val="86098"/>
            </a:pPr>
            <a:endParaRPr lang="en-GB" sz="1100" b="1"/>
          </a:p>
          <a:p>
            <a:pPr marL="149945">
              <a:buSzPct val="86098"/>
            </a:pPr>
            <a:endParaRPr lang="en-GB" sz="1100" b="1"/>
          </a:p>
          <a:p>
            <a:pPr marL="149945">
              <a:buSzPct val="86098"/>
            </a:pPr>
            <a:r>
              <a:rPr lang="en-GB" sz="1100" b="1"/>
              <a:t>Tiling</a:t>
            </a:r>
          </a:p>
          <a:p>
            <a:pPr marL="149945">
              <a:buSzPct val="86098"/>
            </a:pPr>
            <a:endParaRPr lang="en-US" sz="1100" b="1"/>
          </a:p>
          <a:p>
            <a:pPr marL="149945">
              <a:buSzPct val="86098"/>
            </a:pPr>
            <a:r>
              <a:rPr lang="en-US" sz="900"/>
              <a:t>Q chunks: 8 rows. K/V chunks: 64 columns. Supports S up to 512.</a:t>
            </a:r>
          </a:p>
          <a:p>
            <a:pPr marL="149945">
              <a:buSzPct val="86098"/>
            </a:pPr>
            <a:br>
              <a:rPr lang="en-US" sz="1100" b="1"/>
            </a:br>
            <a:endParaRPr lang="en-GB" sz="1100" b="1"/>
          </a:p>
        </p:txBody>
      </p:sp>
      <p:sp>
        <p:nvSpPr>
          <p:cNvPr id="8" name="Rounded Rectangle 7"/>
          <p:cNvSpPr/>
          <p:nvPr/>
        </p:nvSpPr>
        <p:spPr>
          <a:xfrm>
            <a:off x="5119443" y="2865317"/>
            <a:ext cx="2075149" cy="147249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0047" lvl="0">
              <a:spcBef>
                <a:spcPts val="800"/>
              </a:spcBef>
              <a:buSzPct val="84370"/>
            </a:pPr>
            <a:r>
              <a:rPr lang="en-GB" sz="1100" b="1"/>
              <a:t>Verification: </a:t>
            </a:r>
          </a:p>
          <a:p>
            <a:pPr marL="159136">
              <a:spcBef>
                <a:spcPts val="800"/>
              </a:spcBef>
              <a:buSzPct val="84543"/>
            </a:pPr>
            <a:r>
              <a:rPr lang="en-GB" sz="900"/>
              <a:t>Host compares logits, </a:t>
            </a:r>
            <a:r>
              <a:rPr lang="en-GB" sz="900" err="1"/>
              <a:t>softmax</a:t>
            </a:r>
            <a:r>
              <a:rPr lang="en-GB" sz="900"/>
              <a:t> weights, and </a:t>
            </a:r>
            <a:r>
              <a:rPr lang="en-GB" sz="900" err="1"/>
              <a:t>attn_out</a:t>
            </a:r>
            <a:r>
              <a:rPr lang="en-GB" sz="900"/>
              <a:t> against Python references.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1BCF0-C6F2-B316-8BC9-6D1B06CFA0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59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279AE-7FD4-750A-E2E0-6611498E9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77074" y="4804663"/>
            <a:ext cx="548700" cy="393600"/>
          </a:xfrm>
        </p:spPr>
        <p:txBody>
          <a:bodyPr/>
          <a:lstStyle/>
          <a:p>
            <a:fld id="{00000000-1234-1234-1234-123412341234}" type="slidenum">
              <a:rPr lang="en"/>
              <a:t>6</a:t>
            </a:fld>
            <a:endParaRPr lang="en-US"/>
          </a:p>
        </p:txBody>
      </p:sp>
      <p:sp>
        <p:nvSpPr>
          <p:cNvPr id="1124" name="Rectangle: Rounded Corners 6">
            <a:extLst>
              <a:ext uri="{FF2B5EF4-FFF2-40B4-BE49-F238E27FC236}">
                <a16:creationId xmlns:a16="http://schemas.microsoft.com/office/drawing/2014/main" id="{D852B560-84EA-D164-1E98-5379BC0AF0CA}"/>
              </a:ext>
            </a:extLst>
          </p:cNvPr>
          <p:cNvSpPr/>
          <p:nvPr/>
        </p:nvSpPr>
        <p:spPr>
          <a:xfrm>
            <a:off x="1603245" y="930364"/>
            <a:ext cx="1236590" cy="1264921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Input Source</a:t>
            </a:r>
          </a:p>
          <a:p>
            <a:pPr algn="ctr"/>
            <a:endParaRPr lang="en-US" sz="1050" b="1"/>
          </a:p>
          <a:p>
            <a:pPr algn="ctr"/>
            <a:r>
              <a:rPr lang="en-US" sz="1000"/>
              <a:t>Synthetic S</a:t>
            </a:r>
          </a:p>
          <a:p>
            <a:pPr algn="ctr"/>
            <a:r>
              <a:rPr lang="en-US" sz="1000"/>
              <a:t>Or </a:t>
            </a:r>
            <a:r>
              <a:rPr lang="en-US" sz="1000" err="1"/>
              <a:t>TinyLlama</a:t>
            </a:r>
            <a:r>
              <a:rPr lang="en-US" sz="1000"/>
              <a:t> Q/K/V data</a:t>
            </a:r>
          </a:p>
        </p:txBody>
      </p:sp>
      <p:sp>
        <p:nvSpPr>
          <p:cNvPr id="1125" name="Rectangle: Rounded Corners 7">
            <a:extLst>
              <a:ext uri="{FF2B5EF4-FFF2-40B4-BE49-F238E27FC236}">
                <a16:creationId xmlns:a16="http://schemas.microsoft.com/office/drawing/2014/main" id="{414D489F-E442-C714-D9D0-FD2EB4E74735}"/>
              </a:ext>
            </a:extLst>
          </p:cNvPr>
          <p:cNvSpPr/>
          <p:nvPr/>
        </p:nvSpPr>
        <p:spPr>
          <a:xfrm>
            <a:off x="3511239" y="930364"/>
            <a:ext cx="1630276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/>
              <a:t>Host + XRT</a:t>
            </a:r>
          </a:p>
          <a:p>
            <a:pPr algn="ctr"/>
            <a:endParaRPr lang="en-IN" sz="900" b="1"/>
          </a:p>
          <a:p>
            <a:pPr algn="ctr"/>
            <a:r>
              <a:rPr lang="en-IN" sz="1000"/>
              <a:t>Create Tiles</a:t>
            </a:r>
          </a:p>
          <a:p>
            <a:pPr algn="ctr"/>
            <a:r>
              <a:rPr lang="en-IN" sz="1000"/>
              <a:t>Launch Kernels</a:t>
            </a:r>
          </a:p>
          <a:p>
            <a:pPr algn="ctr"/>
            <a:r>
              <a:rPr lang="en-IN" sz="1000"/>
              <a:t>Verify Tensors</a:t>
            </a:r>
          </a:p>
        </p:txBody>
      </p:sp>
      <p:sp>
        <p:nvSpPr>
          <p:cNvPr id="1126" name="Rectangle: Rounded Corners 8">
            <a:extLst>
              <a:ext uri="{FF2B5EF4-FFF2-40B4-BE49-F238E27FC236}">
                <a16:creationId xmlns:a16="http://schemas.microsoft.com/office/drawing/2014/main" id="{4B03BEDE-8BB6-34A8-AC40-D1D621B7713C}"/>
              </a:ext>
            </a:extLst>
          </p:cNvPr>
          <p:cNvSpPr/>
          <p:nvPr/>
        </p:nvSpPr>
        <p:spPr>
          <a:xfrm>
            <a:off x="5812919" y="930364"/>
            <a:ext cx="1754981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HBM Bank Mapping</a:t>
            </a:r>
          </a:p>
          <a:p>
            <a:pPr algn="ctr"/>
            <a:endParaRPr lang="en-US" sz="900" b="1"/>
          </a:p>
          <a:p>
            <a:pPr algn="ctr"/>
            <a:r>
              <a:rPr lang="en-US" sz="1000"/>
              <a:t>Q, K, Logits, row staging, weights, V, partial output spread across HBM[0] to HBM[7]</a:t>
            </a:r>
            <a:endParaRPr lang="en-IN" sz="1000"/>
          </a:p>
        </p:txBody>
      </p:sp>
      <p:cxnSp>
        <p:nvCxnSpPr>
          <p:cNvPr id="1134" name="Straight Arrow Connector 1133">
            <a:extLst>
              <a:ext uri="{FF2B5EF4-FFF2-40B4-BE49-F238E27FC236}">
                <a16:creationId xmlns:a16="http://schemas.microsoft.com/office/drawing/2014/main" id="{B5F14B7C-BB48-61BA-D5DA-061785862E53}"/>
              </a:ext>
            </a:extLst>
          </p:cNvPr>
          <p:cNvCxnSpPr>
            <a:cxnSpLocks/>
            <a:stCxn id="1124" idx="3"/>
            <a:endCxn id="1125" idx="1"/>
          </p:cNvCxnSpPr>
          <p:nvPr/>
        </p:nvCxnSpPr>
        <p:spPr>
          <a:xfrm flipV="1">
            <a:off x="2839835" y="1562824"/>
            <a:ext cx="67140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Rectangle: Rounded Corners 4">
            <a:extLst>
              <a:ext uri="{FF2B5EF4-FFF2-40B4-BE49-F238E27FC236}">
                <a16:creationId xmlns:a16="http://schemas.microsoft.com/office/drawing/2014/main" id="{7B682C67-5242-AC67-C906-A872307A8B4D}"/>
              </a:ext>
            </a:extLst>
          </p:cNvPr>
          <p:cNvSpPr/>
          <p:nvPr/>
        </p:nvSpPr>
        <p:spPr>
          <a:xfrm>
            <a:off x="292577" y="2529114"/>
            <a:ext cx="8512948" cy="16275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2" name="Rectangle: Rounded Corners 6">
            <a:extLst>
              <a:ext uri="{FF2B5EF4-FFF2-40B4-BE49-F238E27FC236}">
                <a16:creationId xmlns:a16="http://schemas.microsoft.com/office/drawing/2014/main" id="{18AA8E34-727C-D34C-E0E7-0ABF34FA2494}"/>
              </a:ext>
            </a:extLst>
          </p:cNvPr>
          <p:cNvSpPr/>
          <p:nvPr/>
        </p:nvSpPr>
        <p:spPr>
          <a:xfrm>
            <a:off x="420624" y="2705825"/>
            <a:ext cx="1392935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  <a:p>
            <a:pPr algn="ctr"/>
            <a:r>
              <a:rPr lang="en-US" sz="1100" b="1"/>
              <a:t>Kernel 1</a:t>
            </a:r>
          </a:p>
          <a:p>
            <a:pPr algn="ctr"/>
            <a:r>
              <a:rPr lang="en-US" sz="900" b="1" err="1"/>
              <a:t>score_mask_scale</a:t>
            </a:r>
            <a:endParaRPr lang="en-US" sz="900" b="1"/>
          </a:p>
          <a:p>
            <a:pPr algn="ctr"/>
            <a:endParaRPr lang="en-US" sz="1050" b="1"/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QKᵀ tile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causal mask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scale to FP32 logits</a:t>
            </a:r>
          </a:p>
          <a:p>
            <a:pPr algn="ctr"/>
            <a:endParaRPr lang="en-US" sz="1000"/>
          </a:p>
        </p:txBody>
      </p:sp>
      <p:sp>
        <p:nvSpPr>
          <p:cNvPr id="1163" name="Rectangle: Rounded Corners 7">
            <a:extLst>
              <a:ext uri="{FF2B5EF4-FFF2-40B4-BE49-F238E27FC236}">
                <a16:creationId xmlns:a16="http://schemas.microsoft.com/office/drawing/2014/main" id="{75E1CDBA-6A3E-6D71-6745-D02D42568275}"/>
              </a:ext>
            </a:extLst>
          </p:cNvPr>
          <p:cNvSpPr/>
          <p:nvPr/>
        </p:nvSpPr>
        <p:spPr>
          <a:xfrm>
            <a:off x="2143368" y="2705824"/>
            <a:ext cx="1392934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/>
              <a:t>Host Row Assembly</a:t>
            </a:r>
          </a:p>
          <a:p>
            <a:pPr algn="ctr"/>
            <a:endParaRPr lang="en-IN" sz="900" b="1"/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Collect K chunks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into one 8 × S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logit block</a:t>
            </a:r>
          </a:p>
          <a:p>
            <a:pPr algn="ctr"/>
            <a:endParaRPr lang="en-IN" sz="1000"/>
          </a:p>
        </p:txBody>
      </p:sp>
      <p:sp>
        <p:nvSpPr>
          <p:cNvPr id="1164" name="Rectangle: Rounded Corners 8">
            <a:extLst>
              <a:ext uri="{FF2B5EF4-FFF2-40B4-BE49-F238E27FC236}">
                <a16:creationId xmlns:a16="http://schemas.microsoft.com/office/drawing/2014/main" id="{BDB1B343-8A97-75A3-723C-FE40F75D7CB5}"/>
              </a:ext>
            </a:extLst>
          </p:cNvPr>
          <p:cNvSpPr/>
          <p:nvPr/>
        </p:nvSpPr>
        <p:spPr>
          <a:xfrm>
            <a:off x="3866111" y="2705824"/>
            <a:ext cx="1392934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/>
              <a:t>Kernel 2</a:t>
            </a:r>
          </a:p>
          <a:p>
            <a:pPr algn="ctr"/>
            <a:r>
              <a:rPr lang="en-US" sz="900" b="1" err="1"/>
              <a:t>softmax_full_row</a:t>
            </a:r>
            <a:endParaRPr lang="en-US" sz="900" b="1"/>
          </a:p>
          <a:p>
            <a:pPr algn="ctr"/>
            <a:endParaRPr lang="en-US" sz="900" b="1"/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Normalize across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all S keys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S ≤ 512</a:t>
            </a:r>
          </a:p>
          <a:p>
            <a:pPr algn="ctr"/>
            <a:endParaRPr lang="en-IN" sz="1000"/>
          </a:p>
        </p:txBody>
      </p:sp>
      <p:cxnSp>
        <p:nvCxnSpPr>
          <p:cNvPr id="1165" name="Straight Arrow Connector 1164">
            <a:extLst>
              <a:ext uri="{FF2B5EF4-FFF2-40B4-BE49-F238E27FC236}">
                <a16:creationId xmlns:a16="http://schemas.microsoft.com/office/drawing/2014/main" id="{81AEC3D7-86C0-9742-92B7-3FD4FD5B7BA9}"/>
              </a:ext>
            </a:extLst>
          </p:cNvPr>
          <p:cNvCxnSpPr>
            <a:cxnSpLocks/>
            <a:stCxn id="1162" idx="3"/>
            <a:endCxn id="1163" idx="1"/>
          </p:cNvCxnSpPr>
          <p:nvPr/>
        </p:nvCxnSpPr>
        <p:spPr>
          <a:xfrm flipV="1">
            <a:off x="1813559" y="3338284"/>
            <a:ext cx="3298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Arrow Connector 1165">
            <a:extLst>
              <a:ext uri="{FF2B5EF4-FFF2-40B4-BE49-F238E27FC236}">
                <a16:creationId xmlns:a16="http://schemas.microsoft.com/office/drawing/2014/main" id="{CF27350C-3B93-C6BD-F3EE-28698EB58FF7}"/>
              </a:ext>
            </a:extLst>
          </p:cNvPr>
          <p:cNvCxnSpPr>
            <a:cxnSpLocks/>
            <a:stCxn id="1163" idx="3"/>
            <a:endCxn id="1164" idx="1"/>
          </p:cNvCxnSpPr>
          <p:nvPr/>
        </p:nvCxnSpPr>
        <p:spPr>
          <a:xfrm>
            <a:off x="3536302" y="3338284"/>
            <a:ext cx="329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Rectangle: Rounded Corners 8">
            <a:extLst>
              <a:ext uri="{FF2B5EF4-FFF2-40B4-BE49-F238E27FC236}">
                <a16:creationId xmlns:a16="http://schemas.microsoft.com/office/drawing/2014/main" id="{729FCBA6-788C-A4CD-E450-6D2865765489}"/>
              </a:ext>
            </a:extLst>
          </p:cNvPr>
          <p:cNvSpPr/>
          <p:nvPr/>
        </p:nvSpPr>
        <p:spPr>
          <a:xfrm>
            <a:off x="5588854" y="2705824"/>
            <a:ext cx="1392934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  <a:p>
            <a:pPr algn="ctr"/>
            <a:r>
              <a:rPr lang="en-US" sz="1100" b="1"/>
              <a:t>Kernel 3</a:t>
            </a:r>
          </a:p>
          <a:p>
            <a:pPr algn="ctr"/>
            <a:r>
              <a:rPr lang="en-US" sz="900" b="1" err="1"/>
              <a:t>v_weighted_sum</a:t>
            </a:r>
            <a:endParaRPr lang="en-US" sz="900" b="1"/>
          </a:p>
          <a:p>
            <a:pPr algn="ctr"/>
            <a:endParaRPr lang="en-US" sz="900" b="1"/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Apply attention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weights to V tiles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accumulate output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endParaRPr lang="en-US" sz="1000">
              <a:solidFill>
                <a:schemeClr val="bg1"/>
              </a:solidFill>
            </a:endParaRPr>
          </a:p>
          <a:p>
            <a:pPr algn="ctr"/>
            <a:endParaRPr lang="en-IN" sz="1000"/>
          </a:p>
        </p:txBody>
      </p:sp>
      <p:cxnSp>
        <p:nvCxnSpPr>
          <p:cNvPr id="1177" name="Straight Arrow Connector 1176">
            <a:extLst>
              <a:ext uri="{FF2B5EF4-FFF2-40B4-BE49-F238E27FC236}">
                <a16:creationId xmlns:a16="http://schemas.microsoft.com/office/drawing/2014/main" id="{346C7B38-899E-047E-2338-7D608CF11614}"/>
              </a:ext>
            </a:extLst>
          </p:cNvPr>
          <p:cNvCxnSpPr>
            <a:cxnSpLocks/>
            <a:stCxn id="1164" idx="3"/>
            <a:endCxn id="1176" idx="1"/>
          </p:cNvCxnSpPr>
          <p:nvPr/>
        </p:nvCxnSpPr>
        <p:spPr>
          <a:xfrm>
            <a:off x="5259045" y="3338284"/>
            <a:ext cx="329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2" name="Rectangle: Rounded Corners 8">
            <a:extLst>
              <a:ext uri="{FF2B5EF4-FFF2-40B4-BE49-F238E27FC236}">
                <a16:creationId xmlns:a16="http://schemas.microsoft.com/office/drawing/2014/main" id="{71F40444-2179-5571-F978-9E4AC2CEA499}"/>
              </a:ext>
            </a:extLst>
          </p:cNvPr>
          <p:cNvSpPr/>
          <p:nvPr/>
        </p:nvSpPr>
        <p:spPr>
          <a:xfrm>
            <a:off x="7299291" y="2705824"/>
            <a:ext cx="1392934" cy="1264920"/>
          </a:xfrm>
          <a:prstGeom prst="roundRect">
            <a:avLst/>
          </a:prstGeom>
          <a:solidFill>
            <a:srgbClr val="99232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/>
          </a:p>
          <a:p>
            <a:pPr algn="ctr"/>
            <a:endParaRPr lang="en-US" sz="1100" b="1"/>
          </a:p>
          <a:p>
            <a:pPr algn="ctr"/>
            <a:r>
              <a:rPr lang="en-US" sz="1100" b="1"/>
              <a:t>Output</a:t>
            </a:r>
          </a:p>
          <a:p>
            <a:pPr algn="ctr"/>
            <a:endParaRPr lang="en-US" sz="900" b="1"/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 err="1">
                <a:solidFill>
                  <a:schemeClr val="bg1"/>
                </a:solidFill>
              </a:rPr>
              <a:t>attn_out</a:t>
            </a:r>
            <a:endParaRPr lang="en-US" sz="1000">
              <a:solidFill>
                <a:schemeClr val="bg1"/>
              </a:solidFill>
            </a:endParaRP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S × 64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r>
              <a:rPr lang="en-US" sz="1000">
                <a:solidFill>
                  <a:schemeClr val="bg1"/>
                </a:solidFill>
              </a:rPr>
              <a:t>one head</a:t>
            </a:r>
          </a:p>
          <a:p>
            <a:pPr algn="ctr">
              <a:defRPr sz="938" b="0">
                <a:solidFill>
                  <a:srgbClr val="15171A"/>
                </a:solidFill>
              </a:defRPr>
            </a:pPr>
            <a:endParaRPr lang="en-US" sz="1000">
              <a:solidFill>
                <a:schemeClr val="bg1"/>
              </a:solidFill>
            </a:endParaRPr>
          </a:p>
          <a:p>
            <a:pPr algn="ctr">
              <a:defRPr sz="938" b="0">
                <a:solidFill>
                  <a:srgbClr val="15171A"/>
                </a:solidFill>
              </a:defRPr>
            </a:pPr>
            <a:endParaRPr lang="en-US" sz="1000">
              <a:solidFill>
                <a:schemeClr val="bg1"/>
              </a:solidFill>
            </a:endParaRPr>
          </a:p>
          <a:p>
            <a:pPr algn="ctr"/>
            <a:endParaRPr lang="en-IN" sz="1000"/>
          </a:p>
        </p:txBody>
      </p:sp>
      <p:cxnSp>
        <p:nvCxnSpPr>
          <p:cNvPr id="1183" name="Straight Arrow Connector 1182">
            <a:extLst>
              <a:ext uri="{FF2B5EF4-FFF2-40B4-BE49-F238E27FC236}">
                <a16:creationId xmlns:a16="http://schemas.microsoft.com/office/drawing/2014/main" id="{93A87C4B-D4CD-F14E-39FD-BB940AB14E62}"/>
              </a:ext>
            </a:extLst>
          </p:cNvPr>
          <p:cNvCxnSpPr>
            <a:cxnSpLocks/>
            <a:endCxn id="1182" idx="1"/>
          </p:cNvCxnSpPr>
          <p:nvPr/>
        </p:nvCxnSpPr>
        <p:spPr>
          <a:xfrm>
            <a:off x="6969482" y="3338284"/>
            <a:ext cx="3298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Rectangle: Rounded Corners 1183">
            <a:extLst>
              <a:ext uri="{FF2B5EF4-FFF2-40B4-BE49-F238E27FC236}">
                <a16:creationId xmlns:a16="http://schemas.microsoft.com/office/drawing/2014/main" id="{B775A98E-0A87-F2D8-5D12-E35E7CEF599A}"/>
              </a:ext>
            </a:extLst>
          </p:cNvPr>
          <p:cNvSpPr>
            <a:spLocks noGrp="1"/>
          </p:cNvSpPr>
          <p:nvPr/>
        </p:nvSpPr>
        <p:spPr>
          <a:xfrm>
            <a:off x="315526" y="4323617"/>
            <a:ext cx="6342672" cy="765311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7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5B9D4944-D3DE-E1B3-F296-CC8BCF1930AB}"/>
              </a:ext>
            </a:extLst>
          </p:cNvPr>
          <p:cNvSpPr>
            <a:spLocks noGrp="1"/>
          </p:cNvSpPr>
          <p:nvPr/>
        </p:nvSpPr>
        <p:spPr>
          <a:xfrm>
            <a:off x="540225" y="4373716"/>
            <a:ext cx="2117845" cy="13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5171A"/>
                </a:solidFill>
              </a:defRPr>
            </a:pPr>
            <a:r>
              <a:rPr sz="1013" b="1">
                <a:solidFill>
                  <a:srgbClr val="15171A"/>
                </a:solidFill>
              </a:rPr>
              <a:t>HBM layout</a:t>
            </a:r>
          </a:p>
        </p:txBody>
      </p:sp>
      <p:sp>
        <p:nvSpPr>
          <p:cNvPr id="1186" name="Rectangle: Rounded Corners 1185">
            <a:extLst>
              <a:ext uri="{FF2B5EF4-FFF2-40B4-BE49-F238E27FC236}">
                <a16:creationId xmlns:a16="http://schemas.microsoft.com/office/drawing/2014/main" id="{C17CA42B-E276-0B76-1CDE-6594830D5865}"/>
              </a:ext>
            </a:extLst>
          </p:cNvPr>
          <p:cNvSpPr>
            <a:spLocks noGrp="1"/>
          </p:cNvSpPr>
          <p:nvPr/>
        </p:nvSpPr>
        <p:spPr>
          <a:xfrm>
            <a:off x="540226" y="4621365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CCA0E5DB-9495-EB99-4333-91944904BC7A}"/>
              </a:ext>
            </a:extLst>
          </p:cNvPr>
          <p:cNvSpPr>
            <a:spLocks noGrp="1"/>
          </p:cNvSpPr>
          <p:nvPr/>
        </p:nvSpPr>
        <p:spPr>
          <a:xfrm>
            <a:off x="61642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HBM[0]</a:t>
            </a:r>
          </a:p>
        </p:txBody>
      </p: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292F626C-A3E0-59DF-73FE-AD34ED7F3D31}"/>
              </a:ext>
            </a:extLst>
          </p:cNvPr>
          <p:cNvSpPr>
            <a:spLocks noGrp="1"/>
          </p:cNvSpPr>
          <p:nvPr/>
        </p:nvSpPr>
        <p:spPr>
          <a:xfrm>
            <a:off x="61642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Q tile</a:t>
            </a:r>
          </a:p>
        </p:txBody>
      </p:sp>
      <p:sp>
        <p:nvSpPr>
          <p:cNvPr id="1189" name="Rectangle: Rounded Corners 1188">
            <a:extLst>
              <a:ext uri="{FF2B5EF4-FFF2-40B4-BE49-F238E27FC236}">
                <a16:creationId xmlns:a16="http://schemas.microsoft.com/office/drawing/2014/main" id="{6E84B6ED-F719-44A7-A774-38D4B5178F28}"/>
              </a:ext>
            </a:extLst>
          </p:cNvPr>
          <p:cNvSpPr>
            <a:spLocks noGrp="1"/>
          </p:cNvSpPr>
          <p:nvPr/>
        </p:nvSpPr>
        <p:spPr>
          <a:xfrm>
            <a:off x="1241266" y="4621365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389D07F1-E850-D3AB-1EC6-35058F82EB2E}"/>
              </a:ext>
            </a:extLst>
          </p:cNvPr>
          <p:cNvSpPr>
            <a:spLocks noGrp="1"/>
          </p:cNvSpPr>
          <p:nvPr/>
        </p:nvSpPr>
        <p:spPr>
          <a:xfrm>
            <a:off x="131746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HBM[1]</a:t>
            </a:r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9895594F-7FBB-C87D-1291-3C8D37ECBAE7}"/>
              </a:ext>
            </a:extLst>
          </p:cNvPr>
          <p:cNvSpPr>
            <a:spLocks noGrp="1"/>
          </p:cNvSpPr>
          <p:nvPr/>
        </p:nvSpPr>
        <p:spPr>
          <a:xfrm>
            <a:off x="131746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K tile</a:t>
            </a:r>
          </a:p>
        </p:txBody>
      </p:sp>
      <p:sp>
        <p:nvSpPr>
          <p:cNvPr id="1192" name="Rectangle: Rounded Corners 1191">
            <a:extLst>
              <a:ext uri="{FF2B5EF4-FFF2-40B4-BE49-F238E27FC236}">
                <a16:creationId xmlns:a16="http://schemas.microsoft.com/office/drawing/2014/main" id="{0FEFCC08-24AB-2490-B6F3-A1874949561B}"/>
              </a:ext>
            </a:extLst>
          </p:cNvPr>
          <p:cNvSpPr>
            <a:spLocks noGrp="1"/>
          </p:cNvSpPr>
          <p:nvPr/>
        </p:nvSpPr>
        <p:spPr>
          <a:xfrm>
            <a:off x="1958250" y="4626650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8F2E8"/>
          </a:solidFill>
          <a:ln w="10478">
            <a:solidFill>
              <a:srgbClr val="D5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D424BC19-1D81-8935-92D7-DEF9292D82F9}"/>
              </a:ext>
            </a:extLst>
          </p:cNvPr>
          <p:cNvSpPr>
            <a:spLocks noGrp="1"/>
          </p:cNvSpPr>
          <p:nvPr/>
        </p:nvSpPr>
        <p:spPr>
          <a:xfrm>
            <a:off x="2034450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731515"/>
                </a:solidFill>
              </a:defRPr>
            </a:pPr>
            <a:r>
              <a:rPr sz="863" b="1">
                <a:solidFill>
                  <a:srgbClr val="731515"/>
                </a:solidFill>
              </a:rPr>
              <a:t>HBM[2]</a:t>
            </a:r>
          </a:p>
        </p:txBody>
      </p:sp>
      <p:sp>
        <p:nvSpPr>
          <p:cNvPr id="1194" name="Rectangle 1193">
            <a:extLst>
              <a:ext uri="{FF2B5EF4-FFF2-40B4-BE49-F238E27FC236}">
                <a16:creationId xmlns:a16="http://schemas.microsoft.com/office/drawing/2014/main" id="{3AB12244-06D1-0271-A729-E7DB5512C2A2}"/>
              </a:ext>
            </a:extLst>
          </p:cNvPr>
          <p:cNvSpPr>
            <a:spLocks noGrp="1"/>
          </p:cNvSpPr>
          <p:nvPr/>
        </p:nvSpPr>
        <p:spPr>
          <a:xfrm>
            <a:off x="2034450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unused</a:t>
            </a:r>
          </a:p>
        </p:txBody>
      </p:sp>
      <p:sp>
        <p:nvSpPr>
          <p:cNvPr id="1195" name="Rectangle: Rounded Corners 1194">
            <a:extLst>
              <a:ext uri="{FF2B5EF4-FFF2-40B4-BE49-F238E27FC236}">
                <a16:creationId xmlns:a16="http://schemas.microsoft.com/office/drawing/2014/main" id="{368AB2E6-5B26-EB76-B6CD-CA80217B114D}"/>
              </a:ext>
            </a:extLst>
          </p:cNvPr>
          <p:cNvSpPr>
            <a:spLocks noGrp="1"/>
          </p:cNvSpPr>
          <p:nvPr/>
        </p:nvSpPr>
        <p:spPr>
          <a:xfrm>
            <a:off x="2675234" y="4621365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97E6AFFE-BA52-3B94-B670-C9851CB81A18}"/>
              </a:ext>
            </a:extLst>
          </p:cNvPr>
          <p:cNvSpPr>
            <a:spLocks noGrp="1"/>
          </p:cNvSpPr>
          <p:nvPr/>
        </p:nvSpPr>
        <p:spPr>
          <a:xfrm>
            <a:off x="2751434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HBM[3]</a:t>
            </a:r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D80C2421-CC46-9DDF-A36A-A10E4CFAEAD9}"/>
              </a:ext>
            </a:extLst>
          </p:cNvPr>
          <p:cNvSpPr>
            <a:spLocks noGrp="1"/>
          </p:cNvSpPr>
          <p:nvPr/>
        </p:nvSpPr>
        <p:spPr>
          <a:xfrm>
            <a:off x="2751434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logits</a:t>
            </a:r>
          </a:p>
        </p:txBody>
      </p:sp>
      <p:sp>
        <p:nvSpPr>
          <p:cNvPr id="1198" name="Rectangle: Rounded Corners 1197">
            <a:extLst>
              <a:ext uri="{FF2B5EF4-FFF2-40B4-BE49-F238E27FC236}">
                <a16:creationId xmlns:a16="http://schemas.microsoft.com/office/drawing/2014/main" id="{58E82C7D-B5B7-ABCB-3000-368CDCC54A7F}"/>
              </a:ext>
            </a:extLst>
          </p:cNvPr>
          <p:cNvSpPr>
            <a:spLocks noGrp="1"/>
          </p:cNvSpPr>
          <p:nvPr/>
        </p:nvSpPr>
        <p:spPr>
          <a:xfrm>
            <a:off x="3392218" y="4621365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CA4917EA-795B-1CE1-899A-DDABAE30CE85}"/>
              </a:ext>
            </a:extLst>
          </p:cNvPr>
          <p:cNvSpPr>
            <a:spLocks noGrp="1"/>
          </p:cNvSpPr>
          <p:nvPr/>
        </p:nvSpPr>
        <p:spPr>
          <a:xfrm>
            <a:off x="3468418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HBM[4]</a:t>
            </a:r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3C812B3B-992F-19A1-9853-8DE0E5006C43}"/>
              </a:ext>
            </a:extLst>
          </p:cNvPr>
          <p:cNvSpPr>
            <a:spLocks noGrp="1"/>
          </p:cNvSpPr>
          <p:nvPr/>
        </p:nvSpPr>
        <p:spPr>
          <a:xfrm>
            <a:off x="3468418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row staging</a:t>
            </a:r>
          </a:p>
        </p:txBody>
      </p:sp>
      <p:sp>
        <p:nvSpPr>
          <p:cNvPr id="1201" name="Rectangle: Rounded Corners 1200">
            <a:extLst>
              <a:ext uri="{FF2B5EF4-FFF2-40B4-BE49-F238E27FC236}">
                <a16:creationId xmlns:a16="http://schemas.microsoft.com/office/drawing/2014/main" id="{0C2446EB-4D90-366A-79EB-DA114D717296}"/>
              </a:ext>
            </a:extLst>
          </p:cNvPr>
          <p:cNvSpPr>
            <a:spLocks noGrp="1"/>
          </p:cNvSpPr>
          <p:nvPr/>
        </p:nvSpPr>
        <p:spPr>
          <a:xfrm>
            <a:off x="4109202" y="4626650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B00907DB-D029-9420-3B1F-C0E409858302}"/>
              </a:ext>
            </a:extLst>
          </p:cNvPr>
          <p:cNvSpPr>
            <a:spLocks noGrp="1"/>
          </p:cNvSpPr>
          <p:nvPr/>
        </p:nvSpPr>
        <p:spPr>
          <a:xfrm>
            <a:off x="4185402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HBM[5]</a:t>
            </a:r>
          </a:p>
        </p:txBody>
      </p:sp>
      <p:sp>
        <p:nvSpPr>
          <p:cNvPr id="1203" name="Rectangle 1202">
            <a:extLst>
              <a:ext uri="{FF2B5EF4-FFF2-40B4-BE49-F238E27FC236}">
                <a16:creationId xmlns:a16="http://schemas.microsoft.com/office/drawing/2014/main" id="{D23C155E-51BC-2A12-A834-E4E3E39C3D8A}"/>
              </a:ext>
            </a:extLst>
          </p:cNvPr>
          <p:cNvSpPr>
            <a:spLocks noGrp="1"/>
          </p:cNvSpPr>
          <p:nvPr/>
        </p:nvSpPr>
        <p:spPr>
          <a:xfrm>
            <a:off x="4185402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weights</a:t>
            </a:r>
          </a:p>
        </p:txBody>
      </p:sp>
      <p:sp>
        <p:nvSpPr>
          <p:cNvPr id="1204" name="Rectangle: Rounded Corners 1203">
            <a:extLst>
              <a:ext uri="{FF2B5EF4-FFF2-40B4-BE49-F238E27FC236}">
                <a16:creationId xmlns:a16="http://schemas.microsoft.com/office/drawing/2014/main" id="{A61F416B-64E8-020D-0BEF-8BB721DF3C8A}"/>
              </a:ext>
            </a:extLst>
          </p:cNvPr>
          <p:cNvSpPr>
            <a:spLocks noGrp="1"/>
          </p:cNvSpPr>
          <p:nvPr/>
        </p:nvSpPr>
        <p:spPr>
          <a:xfrm>
            <a:off x="4826186" y="4621365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5" name="Rectangle 1204">
            <a:extLst>
              <a:ext uri="{FF2B5EF4-FFF2-40B4-BE49-F238E27FC236}">
                <a16:creationId xmlns:a16="http://schemas.microsoft.com/office/drawing/2014/main" id="{49D9766A-D59A-B271-BC51-F66F83FC8AF6}"/>
              </a:ext>
            </a:extLst>
          </p:cNvPr>
          <p:cNvSpPr>
            <a:spLocks noGrp="1"/>
          </p:cNvSpPr>
          <p:nvPr/>
        </p:nvSpPr>
        <p:spPr>
          <a:xfrm>
            <a:off x="4902386" y="4688041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HBM[6]</a:t>
            </a:r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52C87657-E666-0863-E771-8B7579BC4712}"/>
              </a:ext>
            </a:extLst>
          </p:cNvPr>
          <p:cNvSpPr>
            <a:spLocks noGrp="1"/>
          </p:cNvSpPr>
          <p:nvPr/>
        </p:nvSpPr>
        <p:spPr>
          <a:xfrm>
            <a:off x="4902386" y="4859490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V tile</a:t>
            </a:r>
          </a:p>
        </p:txBody>
      </p:sp>
      <p:sp>
        <p:nvSpPr>
          <p:cNvPr id="1207" name="Rectangle: Rounded Corners 1206">
            <a:extLst>
              <a:ext uri="{FF2B5EF4-FFF2-40B4-BE49-F238E27FC236}">
                <a16:creationId xmlns:a16="http://schemas.microsoft.com/office/drawing/2014/main" id="{5EB2D11F-21CC-4324-199F-0C23B9CEB921}"/>
              </a:ext>
            </a:extLst>
          </p:cNvPr>
          <p:cNvSpPr>
            <a:spLocks noGrp="1"/>
          </p:cNvSpPr>
          <p:nvPr/>
        </p:nvSpPr>
        <p:spPr>
          <a:xfrm>
            <a:off x="5543170" y="4626650"/>
            <a:ext cx="640784" cy="393599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478">
            <a:solidFill>
              <a:srgbClr val="78A8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1B31C8EC-13FB-6E25-4369-1C49797F3F88}"/>
              </a:ext>
            </a:extLst>
          </p:cNvPr>
          <p:cNvSpPr>
            <a:spLocks noGrp="1"/>
          </p:cNvSpPr>
          <p:nvPr/>
        </p:nvSpPr>
        <p:spPr>
          <a:xfrm>
            <a:off x="5619370" y="4693326"/>
            <a:ext cx="553898" cy="116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15171A"/>
                </a:solidFill>
              </a:defRPr>
            </a:pPr>
            <a:r>
              <a:rPr sz="863" b="1">
                <a:solidFill>
                  <a:srgbClr val="15171A"/>
                </a:solidFill>
              </a:rPr>
              <a:t>HBM[7]</a:t>
            </a:r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6A70D8FF-EF64-04E7-ACD1-24D676911637}"/>
              </a:ext>
            </a:extLst>
          </p:cNvPr>
          <p:cNvSpPr>
            <a:spLocks noGrp="1"/>
          </p:cNvSpPr>
          <p:nvPr/>
        </p:nvSpPr>
        <p:spPr>
          <a:xfrm>
            <a:off x="5619370" y="4864775"/>
            <a:ext cx="553898" cy="145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0">
                <a:solidFill>
                  <a:srgbClr val="5F666D"/>
                </a:solidFill>
              </a:defRPr>
            </a:pPr>
            <a:r>
              <a:rPr sz="788" b="0">
                <a:solidFill>
                  <a:srgbClr val="5F666D"/>
                </a:solidFill>
              </a:rPr>
              <a:t>partial out</a:t>
            </a:r>
          </a:p>
        </p:txBody>
      </p:sp>
      <p:sp>
        <p:nvSpPr>
          <p:cNvPr id="2" name="Arrow: Up-Down 1">
            <a:extLst>
              <a:ext uri="{FF2B5EF4-FFF2-40B4-BE49-F238E27FC236}">
                <a16:creationId xmlns:a16="http://schemas.microsoft.com/office/drawing/2014/main" id="{7F005227-3119-704D-93ED-DC72E5581BC6}"/>
              </a:ext>
            </a:extLst>
          </p:cNvPr>
          <p:cNvSpPr/>
          <p:nvPr/>
        </p:nvSpPr>
        <p:spPr>
          <a:xfrm>
            <a:off x="6599274" y="2195284"/>
            <a:ext cx="171316" cy="343626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Up-Down 3">
            <a:extLst>
              <a:ext uri="{FF2B5EF4-FFF2-40B4-BE49-F238E27FC236}">
                <a16:creationId xmlns:a16="http://schemas.microsoft.com/office/drawing/2014/main" id="{DE65DE7C-9776-20A8-6A2A-12D13D0B5F23}"/>
              </a:ext>
            </a:extLst>
          </p:cNvPr>
          <p:cNvSpPr/>
          <p:nvPr/>
        </p:nvSpPr>
        <p:spPr>
          <a:xfrm rot="5400000">
            <a:off x="5391559" y="1236643"/>
            <a:ext cx="171316" cy="67140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4" grpId="0" animBg="1"/>
      <p:bldP spid="1125" grpId="0" animBg="1"/>
      <p:bldP spid="1126" grpId="0" animBg="1"/>
      <p:bldP spid="1161" grpId="0" animBg="1"/>
      <p:bldP spid="1162" grpId="0" animBg="1"/>
      <p:bldP spid="1163" grpId="0" animBg="1"/>
      <p:bldP spid="1164" grpId="0" animBg="1"/>
      <p:bldP spid="1176" grpId="0" animBg="1"/>
      <p:bldP spid="1182" grpId="0" animBg="1"/>
      <p:bldP spid="1184" grpId="0" animBg="1"/>
      <p:bldP spid="1185" grpId="0" animBg="1"/>
      <p:bldP spid="1186" grpId="0" animBg="1"/>
      <p:bldP spid="1187" grpId="0" animBg="1"/>
      <p:bldP spid="1188" grpId="0" animBg="1"/>
      <p:bldP spid="1189" grpId="0" animBg="1"/>
      <p:bldP spid="1190" grpId="0" animBg="1"/>
      <p:bldP spid="1191" grpId="0" animBg="1"/>
      <p:bldP spid="1192" grpId="0" animBg="1"/>
      <p:bldP spid="1193" grpId="0" animBg="1"/>
      <p:bldP spid="1194" grpId="0" animBg="1"/>
      <p:bldP spid="1195" grpId="0" animBg="1"/>
      <p:bldP spid="1196" grpId="0" animBg="1"/>
      <p:bldP spid="1197" grpId="0" animBg="1"/>
      <p:bldP spid="1198" grpId="0" animBg="1"/>
      <p:bldP spid="1199" grpId="0" animBg="1"/>
      <p:bldP spid="1200" grpId="0" animBg="1"/>
      <p:bldP spid="1201" grpId="0" animBg="1"/>
      <p:bldP spid="1202" grpId="0" animBg="1"/>
      <p:bldP spid="1203" grpId="0" animBg="1"/>
      <p:bldP spid="1204" grpId="0" animBg="1"/>
      <p:bldP spid="1205" grpId="0" animBg="1"/>
      <p:bldP spid="1206" grpId="0" animBg="1"/>
      <p:bldP spid="1207" grpId="0" animBg="1"/>
      <p:bldP spid="1208" grpId="0" animBg="1"/>
      <p:bldP spid="1209" grpId="0" animBg="1"/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62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</a:t>
            </a:r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31097" y="1209310"/>
          <a:ext cx="7250655" cy="328241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416885">
                  <a:extLst>
                    <a:ext uri="{9D8B030D-6E8A-4147-A177-3AD203B41FA5}">
                      <a16:colId xmlns:a16="http://schemas.microsoft.com/office/drawing/2014/main" val="310924615"/>
                    </a:ext>
                  </a:extLst>
                </a:gridCol>
                <a:gridCol w="2416885">
                  <a:extLst>
                    <a:ext uri="{9D8B030D-6E8A-4147-A177-3AD203B41FA5}">
                      <a16:colId xmlns:a16="http://schemas.microsoft.com/office/drawing/2014/main" val="3276809451"/>
                    </a:ext>
                  </a:extLst>
                </a:gridCol>
                <a:gridCol w="2416885">
                  <a:extLst>
                    <a:ext uri="{9D8B030D-6E8A-4147-A177-3AD203B41FA5}">
                      <a16:colId xmlns:a16="http://schemas.microsoft.com/office/drawing/2014/main" val="927253408"/>
                    </a:ext>
                  </a:extLst>
                </a:gridCol>
              </a:tblGrid>
              <a:tr h="86493">
                <a:tc>
                  <a:txBody>
                    <a:bodyPr/>
                    <a:lstStyle/>
                    <a:p>
                      <a:pPr algn="ctr"/>
                      <a:r>
                        <a:rPr lang="en-IN" sz="1050">
                          <a:solidFill>
                            <a:schemeClr val="bg1"/>
                          </a:solidFill>
                        </a:rPr>
                        <a:t>Track</a:t>
                      </a:r>
                      <a:endParaRPr lang="en-IN" sz="1050" b="1">
                        <a:solidFill>
                          <a:schemeClr val="bg1"/>
                        </a:solidFill>
                      </a:endParaRPr>
                    </a:p>
                  </a:txBody>
                  <a:tcPr marL="25948" marR="25948" marT="12974" marB="1297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IN" sz="1050" b="1">
                        <a:solidFill>
                          <a:schemeClr val="bg1"/>
                        </a:solidFill>
                      </a:endParaRPr>
                    </a:p>
                  </a:txBody>
                  <a:tcPr marL="25948" marR="25948" marT="12974" marB="1297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>
                          <a:solidFill>
                            <a:schemeClr val="bg1"/>
                          </a:solidFill>
                        </a:rPr>
                        <a:t>Notes</a:t>
                      </a:r>
                      <a:endParaRPr lang="en-IN" sz="1050" b="1">
                        <a:solidFill>
                          <a:schemeClr val="bg1"/>
                        </a:solidFill>
                      </a:endParaRPr>
                    </a:p>
                  </a:txBody>
                  <a:tcPr marL="25948" marR="25948" marT="12974" marB="12974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618789"/>
                  </a:ext>
                </a:extLst>
              </a:tr>
              <a:tr h="691943">
                <a:tc>
                  <a:txBody>
                    <a:bodyPr/>
                    <a:lstStyle/>
                    <a:p>
                      <a:r>
                        <a:rPr lang="en-IN" sz="900"/>
                        <a:t>Track A: speedup + tiling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Steps 1–5 hardware-verified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Includes packed I/O, merged mask+scale, tiling, full-row softmax, pass-1 double buffering, and fused score+mask/scale.</a:t>
                      </a:r>
                    </a:p>
                  </a:txBody>
                  <a:tcPr marL="25948" marR="25948" marT="12974" marB="12974" anchor="ctr"/>
                </a:tc>
                <a:extLst>
                  <a:ext uri="{0D108BD9-81ED-4DB2-BD59-A6C34878D82A}">
                    <a16:rowId xmlns:a16="http://schemas.microsoft.com/office/drawing/2014/main" val="772702648"/>
                  </a:ext>
                </a:extLst>
              </a:tr>
              <a:tr h="510308">
                <a:tc>
                  <a:txBody>
                    <a:bodyPr/>
                    <a:lstStyle/>
                    <a:p>
                      <a:r>
                        <a:rPr lang="en-IN" sz="900"/>
                        <a:t>Track B: softmax @ V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Complete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V weighted-sum kernel integrated; synthetic S=8..512 and vector modes verify final attn_out.</a:t>
                      </a:r>
                    </a:p>
                  </a:txBody>
                  <a:tcPr marL="25948" marR="25948" marT="12974" marB="12974" anchor="ctr"/>
                </a:tc>
                <a:extLst>
                  <a:ext uri="{0D108BD9-81ED-4DB2-BD59-A6C34878D82A}">
                    <a16:rowId xmlns:a16="http://schemas.microsoft.com/office/drawing/2014/main" val="1552087190"/>
                  </a:ext>
                </a:extLst>
              </a:tr>
              <a:tr h="631398">
                <a:tc>
                  <a:txBody>
                    <a:bodyPr/>
                    <a:lstStyle/>
                    <a:p>
                      <a:r>
                        <a:rPr lang="en-IN" sz="900"/>
                        <a:t>Track C: real TinyLlama inputs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Complete for current scope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 err="1"/>
                        <a:t>TinyLlama</a:t>
                      </a:r>
                      <a:r>
                        <a:rPr lang="en-GB" sz="900"/>
                        <a:t> Q/K/V extraction, INT8 Q/K quantization, real-vector export, and U55C runs for single-tile, S=16, S=64.</a:t>
                      </a:r>
                    </a:p>
                  </a:txBody>
                  <a:tcPr marL="25948" marR="25948" marT="12974" marB="12974" anchor="ctr"/>
                </a:tc>
                <a:extLst>
                  <a:ext uri="{0D108BD9-81ED-4DB2-BD59-A6C34878D82A}">
                    <a16:rowId xmlns:a16="http://schemas.microsoft.com/office/drawing/2014/main" val="1222801001"/>
                  </a:ext>
                </a:extLst>
              </a:tr>
              <a:tr h="752488">
                <a:tc>
                  <a:txBody>
                    <a:bodyPr/>
                    <a:lstStyle/>
                    <a:p>
                      <a:r>
                        <a:rPr lang="en-IN" sz="900"/>
                        <a:t>Track D: baselines/results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Staged design complete; fused retiming partially captured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Fused hardware timings are available from AGENTS/U55C run logs; Track D tables should be refreshed for fused-vs-staged comparison.</a:t>
                      </a:r>
                    </a:p>
                  </a:txBody>
                  <a:tcPr marL="25948" marR="25948" marT="12974" marB="12974" anchor="ctr"/>
                </a:tc>
                <a:extLst>
                  <a:ext uri="{0D108BD9-81ED-4DB2-BD59-A6C34878D82A}">
                    <a16:rowId xmlns:a16="http://schemas.microsoft.com/office/drawing/2014/main" val="4138327611"/>
                  </a:ext>
                </a:extLst>
              </a:tr>
              <a:tr h="510308">
                <a:tc>
                  <a:txBody>
                    <a:bodyPr/>
                    <a:lstStyle/>
                    <a:p>
                      <a:r>
                        <a:rPr lang="en-IN" sz="900"/>
                        <a:t>Future integration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Not implemented</a:t>
                      </a:r>
                    </a:p>
                  </a:txBody>
                  <a:tcPr marL="25948" marR="25948" marT="12974" marB="12974" anchor="ctr"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Full </a:t>
                      </a:r>
                      <a:r>
                        <a:rPr lang="en-GB" sz="900" err="1"/>
                        <a:t>TinyLlama</a:t>
                      </a:r>
                      <a:r>
                        <a:rPr lang="en-GB" sz="900"/>
                        <a:t> subgraph, KV-cache-aware decode, and decoder-layer integration remain future work.</a:t>
                      </a:r>
                    </a:p>
                  </a:txBody>
                  <a:tcPr marL="25948" marR="25948" marT="12974" marB="12974" anchor="ctr"/>
                </a:tc>
                <a:extLst>
                  <a:ext uri="{0D108BD9-81ED-4DB2-BD59-A6C34878D82A}">
                    <a16:rowId xmlns:a16="http://schemas.microsoft.com/office/drawing/2014/main" val="15164972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D9794-A3E3-B57A-875E-3D1B85DFD6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163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104" name="Google Shape;1104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25" y="1038900"/>
            <a:ext cx="7506949" cy="36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8D9DAB-B1BC-B07D-D4F1-6FBB8396E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64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CPU/GPU/FPGA Comparison</a:t>
            </a:r>
            <a:endParaRPr/>
          </a:p>
        </p:txBody>
      </p:sp>
      <p:sp>
        <p:nvSpPr>
          <p:cNvPr id="1110" name="Google Shape;1110;p164"/>
          <p:cNvSpPr txBox="1">
            <a:spLocks noGrp="1"/>
          </p:cNvSpPr>
          <p:nvPr>
            <p:ph type="body" idx="1"/>
          </p:nvPr>
        </p:nvSpPr>
        <p:spPr>
          <a:xfrm>
            <a:off x="420625" y="3550306"/>
            <a:ext cx="8271600" cy="9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sz="1200"/>
              <a:t>The FPGA path is correct, but still slower than CPU/GPU because the design uses many tile-level launches and host-visible HBM transfers.</a:t>
            </a:r>
            <a:endParaRPr sz="120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20688" y="1244124"/>
          <a:ext cx="8142400" cy="166726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628480">
                  <a:extLst>
                    <a:ext uri="{9D8B030D-6E8A-4147-A177-3AD203B41FA5}">
                      <a16:colId xmlns:a16="http://schemas.microsoft.com/office/drawing/2014/main" val="1370301299"/>
                    </a:ext>
                  </a:extLst>
                </a:gridCol>
                <a:gridCol w="1628480">
                  <a:extLst>
                    <a:ext uri="{9D8B030D-6E8A-4147-A177-3AD203B41FA5}">
                      <a16:colId xmlns:a16="http://schemas.microsoft.com/office/drawing/2014/main" val="1006171552"/>
                    </a:ext>
                  </a:extLst>
                </a:gridCol>
                <a:gridCol w="1628480">
                  <a:extLst>
                    <a:ext uri="{9D8B030D-6E8A-4147-A177-3AD203B41FA5}">
                      <a16:colId xmlns:a16="http://schemas.microsoft.com/office/drawing/2014/main" val="1786341623"/>
                    </a:ext>
                  </a:extLst>
                </a:gridCol>
                <a:gridCol w="1628480">
                  <a:extLst>
                    <a:ext uri="{9D8B030D-6E8A-4147-A177-3AD203B41FA5}">
                      <a16:colId xmlns:a16="http://schemas.microsoft.com/office/drawing/2014/main" val="4122002799"/>
                    </a:ext>
                  </a:extLst>
                </a:gridCol>
                <a:gridCol w="1628480">
                  <a:extLst>
                    <a:ext uri="{9D8B030D-6E8A-4147-A177-3AD203B41FA5}">
                      <a16:colId xmlns:a16="http://schemas.microsoft.com/office/drawing/2014/main" val="1875498438"/>
                    </a:ext>
                  </a:extLst>
                </a:gridCol>
              </a:tblGrid>
              <a:tr h="315735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CPU full 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attn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ms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GPU full 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attn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ms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Staged FPGA total (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ms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Fused FPGA total (</a:t>
                      </a:r>
                      <a:r>
                        <a:rPr lang="en-IN" sz="1000" b="1" err="1">
                          <a:solidFill>
                            <a:schemeClr val="bg1"/>
                          </a:solidFill>
                        </a:rPr>
                        <a:t>ms</a:t>
                      </a:r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95868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0.0322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0.3349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0.803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9544473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0.2920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0.2507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2.864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2.364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7665753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2.5009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6.992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5.484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55489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3.9523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0.2726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20.570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17.307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003630"/>
                  </a:ext>
                </a:extLst>
              </a:tr>
              <a:tr h="270306"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12.3290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0.2461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72.941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/>
                        <a:t>60.328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21742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5F99-1EF5-515A-2CF1-4A69A89229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65"/>
          <p:cNvSpPr txBox="1">
            <a:spLocks noGrp="1"/>
          </p:cNvSpPr>
          <p:nvPr>
            <p:ph type="title"/>
          </p:nvPr>
        </p:nvSpPr>
        <p:spPr>
          <a:xfrm>
            <a:off x="420625" y="309292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Utilization Report</a:t>
            </a:r>
            <a:endParaRPr/>
          </a:p>
        </p:txBody>
      </p:sp>
      <p:sp>
        <p:nvSpPr>
          <p:cNvPr id="1117" name="Google Shape;1117;p165"/>
          <p:cNvSpPr txBox="1">
            <a:spLocks noGrp="1"/>
          </p:cNvSpPr>
          <p:nvPr>
            <p:ph type="body" idx="1"/>
          </p:nvPr>
        </p:nvSpPr>
        <p:spPr>
          <a:xfrm>
            <a:off x="420625" y="1058831"/>
            <a:ext cx="7984091" cy="928403"/>
          </a:xfrm>
          <a:prstGeom prst="rect">
            <a:avLst/>
          </a:prstGeom>
        </p:spPr>
        <p:txBody>
          <a:bodyPr spcFirstLastPara="1" wrap="square" lIns="0" tIns="0" rIns="0" bIns="0" numCol="3" anchor="t" anchorCtr="0">
            <a:normAutofit fontScale="92500" lnSpcReduction="20000"/>
          </a:bodyPr>
          <a:lstStyle/>
          <a:p>
            <a:pPr marL="400050" indent="-171450"/>
            <a:r>
              <a:rPr lang="en" sz="1050">
                <a:solidFill>
                  <a:srgbClr val="000000"/>
                </a:solidFill>
              </a:rPr>
              <a:t>Full routed design: 14.70% LUTs, 9.72% FF, 15.35% BRAM, 0.21% URAM, 4.53% DSP.</a:t>
            </a:r>
          </a:p>
          <a:p>
            <a:pPr marL="228600" indent="0">
              <a:buNone/>
            </a:pPr>
            <a:endParaRPr lang="en-US" sz="1050">
              <a:solidFill>
                <a:srgbClr val="000000"/>
              </a:solidFill>
            </a:endParaRPr>
          </a:p>
          <a:p>
            <a:pPr marL="400050" indent="-171450"/>
            <a:endParaRPr lang="en" sz="1050">
              <a:solidFill>
                <a:srgbClr val="000000"/>
              </a:solidFill>
            </a:endParaRPr>
          </a:p>
          <a:p>
            <a:pPr marL="400050" indent="-171450"/>
            <a:endParaRPr lang="en" sz="1050">
              <a:solidFill>
                <a:srgbClr val="000000"/>
              </a:solidFill>
            </a:endParaRPr>
          </a:p>
          <a:p>
            <a:pPr marL="400050" indent="-171450"/>
            <a:r>
              <a:rPr lang="en" sz="1050">
                <a:solidFill>
                  <a:srgbClr val="000000"/>
                </a:solidFill>
              </a:rPr>
              <a:t>The V weighted-sum dominates DSP usage: 320 DSP.</a:t>
            </a:r>
          </a:p>
          <a:p>
            <a:pPr marL="228600" indent="0">
              <a:buNone/>
            </a:pPr>
            <a:endParaRPr lang="en" sz="1050">
              <a:solidFill>
                <a:srgbClr val="000000"/>
              </a:solidFill>
            </a:endParaRPr>
          </a:p>
          <a:p>
            <a:pPr marL="400050" indent="-171450"/>
            <a:endParaRPr lang="en" sz="1050">
              <a:solidFill>
                <a:srgbClr val="000000"/>
              </a:solidFill>
            </a:endParaRPr>
          </a:p>
          <a:p>
            <a:pPr marL="400050" indent="-171450"/>
            <a:endParaRPr lang="en" sz="1050">
              <a:solidFill>
                <a:srgbClr val="000000"/>
              </a:solidFill>
            </a:endParaRPr>
          </a:p>
          <a:p>
            <a:pPr marL="400050" indent="-171450"/>
            <a:endParaRPr lang="en" sz="1050">
              <a:solidFill>
                <a:srgbClr val="000000"/>
              </a:solidFill>
            </a:endParaRPr>
          </a:p>
          <a:p>
            <a:pPr marL="400050" indent="-171450"/>
            <a:r>
              <a:rPr lang="en" sz="1050">
                <a:solidFill>
                  <a:srgbClr val="000000"/>
                </a:solidFill>
              </a:rPr>
              <a:t>Post-route timing closed: WNS 0.003 ns at kernel target clock: 300 Mhz.</a:t>
            </a: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800"/>
              </a:spcAft>
              <a:buNone/>
            </a:pPr>
            <a:endParaRPr sz="1050"/>
          </a:p>
        </p:txBody>
      </p:sp>
      <p:pic>
        <p:nvPicPr>
          <p:cNvPr id="1118" name="Google Shape;1118;p165"/>
          <p:cNvPicPr preferRelativeResize="0"/>
          <p:nvPr/>
        </p:nvPicPr>
        <p:blipFill>
          <a:blip r:embed="rId3">
            <a:alphaModFix/>
          </a:blip>
          <a:srcRect l="24106" t="5112" r="9009" b="39877"/>
          <a:stretch>
            <a:fillRect/>
          </a:stretch>
        </p:blipFill>
        <p:spPr>
          <a:xfrm>
            <a:off x="556639" y="2134812"/>
            <a:ext cx="4238034" cy="2178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1123" y="3223863"/>
            <a:ext cx="4016426" cy="109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65"/>
          <p:cNvSpPr txBox="1"/>
          <p:nvPr/>
        </p:nvSpPr>
        <p:spPr>
          <a:xfrm>
            <a:off x="5897932" y="4414838"/>
            <a:ext cx="1733175" cy="385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800" i="1">
                <a:solidFill>
                  <a:schemeClr val="dk1"/>
                </a:solidFill>
              </a:defRPr>
            </a:lvl1pPr>
          </a:lstStyle>
          <a:p>
            <a:r>
              <a:rPr lang="en"/>
              <a:t>Table: Post-route utilization report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94DA3A-3076-75D7-0437-9A7223F886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608A86-B09A-DB94-3A70-038154191506}"/>
              </a:ext>
            </a:extLst>
          </p:cNvPr>
          <p:cNvGraphicFramePr>
            <a:graphicFrameLocks noGrp="1"/>
          </p:cNvGraphicFramePr>
          <p:nvPr/>
        </p:nvGraphicFramePr>
        <p:xfrm>
          <a:off x="5328445" y="2068399"/>
          <a:ext cx="2872151" cy="2377440"/>
        </p:xfrm>
        <a:graphic>
          <a:graphicData uri="http://schemas.openxmlformats.org/drawingml/2006/table">
            <a:tbl>
              <a:tblPr firstRow="1" bandRow="1">
                <a:tableStyleId>{CA275B17-B9BB-4800-942C-4837F45E45CA}</a:tableStyleId>
              </a:tblPr>
              <a:tblGrid>
                <a:gridCol w="681403">
                  <a:extLst>
                    <a:ext uri="{9D8B030D-6E8A-4147-A177-3AD203B41FA5}">
                      <a16:colId xmlns:a16="http://schemas.microsoft.com/office/drawing/2014/main" val="854406135"/>
                    </a:ext>
                  </a:extLst>
                </a:gridCol>
                <a:gridCol w="710711">
                  <a:extLst>
                    <a:ext uri="{9D8B030D-6E8A-4147-A177-3AD203B41FA5}">
                      <a16:colId xmlns:a16="http://schemas.microsoft.com/office/drawing/2014/main" val="1362999809"/>
                    </a:ext>
                  </a:extLst>
                </a:gridCol>
                <a:gridCol w="652095">
                  <a:extLst>
                    <a:ext uri="{9D8B030D-6E8A-4147-A177-3AD203B41FA5}">
                      <a16:colId xmlns:a16="http://schemas.microsoft.com/office/drawing/2014/main" val="1888953610"/>
                    </a:ext>
                  </a:extLst>
                </a:gridCol>
                <a:gridCol w="827942">
                  <a:extLst>
                    <a:ext uri="{9D8B030D-6E8A-4147-A177-3AD203B41FA5}">
                      <a16:colId xmlns:a16="http://schemas.microsoft.com/office/drawing/2014/main" val="4062912779"/>
                    </a:ext>
                  </a:extLst>
                </a:gridCol>
              </a:tblGrid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/>
                        <a:t>Resource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 u="none"/>
                        <a:t>Utilization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/>
                        <a:t>Available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/>
                        <a:t>Utilization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158107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LUT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191648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1303680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14.70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808232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LUTRAM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36960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600960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6.15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687833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FF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253384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2607360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9.72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491439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BRAM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309.50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2016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15.35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9172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URAM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960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0.21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875363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DSP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409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9024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4.53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177468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IO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624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1.92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446519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GT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40.00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2960795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BUFG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1008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4.17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387226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MMCM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25.00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1404639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PLL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24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4.17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277075"/>
                  </a:ext>
                </a:extLst>
              </a:tr>
              <a:tr h="170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PCIe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/>
                        <a:t>16.67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93489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61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 Strategy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20625" y="1183341"/>
            <a:ext cx="2635667" cy="1656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7340" lvl="0">
              <a:spcBef>
                <a:spcPts val="1000"/>
              </a:spcBef>
              <a:buSzPct val="100000"/>
            </a:pPr>
            <a:r>
              <a:rPr lang="en-GB"/>
              <a:t>Python reference verifies full-sequence tiling at S=8, 64, 128, 256, 512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6802" y="1183341"/>
            <a:ext cx="2635667" cy="16641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7340">
              <a:spcBef>
                <a:spcPts val="1000"/>
              </a:spcBef>
              <a:buSzPct val="100000"/>
            </a:pPr>
            <a:r>
              <a:rPr lang="en-GB"/>
              <a:t>Each HLS kernel tested independently against exported vectors. All pass locally before touching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5" y="2960146"/>
            <a:ext cx="2635667" cy="162682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7340">
              <a:spcBef>
                <a:spcPts val="1000"/>
              </a:spcBef>
              <a:buSzPct val="100000"/>
            </a:pPr>
            <a:r>
              <a:rPr lang="en-GB"/>
              <a:t>Hardware emulation, to test interaction between host and device:</a:t>
            </a:r>
          </a:p>
          <a:p>
            <a:pPr marL="443090" indent="-285750"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 sz="1100">
                <a:solidFill>
                  <a:schemeClr val="bg1"/>
                </a:solidFill>
              </a:rPr>
              <a:t>Fused hardware emulation passed vector mode and S=8 sequence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76802" y="2967652"/>
            <a:ext cx="2635667" cy="162682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7340">
              <a:spcBef>
                <a:spcPts val="1000"/>
              </a:spcBef>
              <a:buSzPct val="100000"/>
            </a:pPr>
            <a:r>
              <a:rPr lang="en-GB"/>
              <a:t>On-board execution: </a:t>
            </a:r>
          </a:p>
          <a:p>
            <a:pPr marL="443090" indent="-285750"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 sz="1100">
                <a:solidFill>
                  <a:schemeClr val="bg1"/>
                </a:solidFill>
              </a:rPr>
              <a:t>Synthetic sweep passed S=8, 64, 128, 256, 512</a:t>
            </a:r>
          </a:p>
          <a:p>
            <a:pPr marL="443090" indent="-285750"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 sz="1100" err="1">
                <a:solidFill>
                  <a:schemeClr val="bg1"/>
                </a:solidFill>
              </a:rPr>
              <a:t>TinyLlama</a:t>
            </a:r>
            <a:r>
              <a:rPr lang="en-GB" sz="1100">
                <a:solidFill>
                  <a:schemeClr val="bg1"/>
                </a:solidFill>
              </a:rPr>
              <a:t> vector runs passed for real S = 8, 64, 128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FD0C7-C521-218F-850F-4C3E0673A3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FA06EC-C3C4-D5FE-8EC3-454246B11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979" y="2110073"/>
            <a:ext cx="2987540" cy="14598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66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Limitations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818658" y="1107773"/>
            <a:ext cx="3548947" cy="3700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>
                <a:solidFill>
                  <a:schemeClr val="bg1"/>
                </a:solidFill>
              </a:rPr>
              <a:t>Challenges</a:t>
            </a:r>
            <a:endParaRPr lang="en-IN" b="1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89704" y="1656678"/>
            <a:ext cx="3227294" cy="1011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8750" lvl="0">
              <a:spcBef>
                <a:spcPts val="1200"/>
              </a:spcBef>
              <a:buSzPts val="1100"/>
            </a:pPr>
            <a:r>
              <a:rPr lang="en-GB" sz="1100" b="1">
                <a:solidFill>
                  <a:srgbClr val="000000"/>
                </a:solidFill>
              </a:rPr>
              <a:t>Debugging HLS Kernels</a:t>
            </a:r>
          </a:p>
          <a:p>
            <a:pPr marL="158750" lvl="0">
              <a:buSzPts val="1100"/>
            </a:pPr>
            <a:endParaRPr lang="en-GB" sz="900">
              <a:solidFill>
                <a:srgbClr val="000000"/>
              </a:solidFill>
            </a:endParaRPr>
          </a:p>
          <a:p>
            <a:pPr marL="330200" lvl="0" indent="-171450"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rgbClr val="000000"/>
                </a:solidFill>
              </a:rPr>
              <a:t>Limited visibility compared to software debugging</a:t>
            </a:r>
          </a:p>
          <a:p>
            <a:pPr marL="330200" lvl="0" indent="-171450"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rgbClr val="000000"/>
                </a:solidFill>
              </a:rPr>
              <a:t>Requires waveform or simulation-based debugging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79484" y="2848352"/>
            <a:ext cx="3227294" cy="736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8750" lvl="0">
              <a:buSzPts val="1100"/>
            </a:pPr>
            <a:r>
              <a:rPr lang="en-IN" sz="1100" b="1">
                <a:solidFill>
                  <a:srgbClr val="000000"/>
                </a:solidFill>
              </a:rPr>
              <a:t>Long Compilation Times</a:t>
            </a:r>
          </a:p>
          <a:p>
            <a:pPr marL="330200" indent="-171450">
              <a:buSzPts val="1100"/>
              <a:buFont typeface="Arial" panose="020B0604020202020204" pitchFamily="34" charset="0"/>
              <a:buChar char="•"/>
            </a:pPr>
            <a:endParaRPr lang="en-GB" sz="900">
              <a:solidFill>
                <a:srgbClr val="000000"/>
              </a:solidFill>
            </a:endParaRPr>
          </a:p>
          <a:p>
            <a:pPr marL="330200" indent="-171450"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rgbClr val="000000"/>
                </a:solidFill>
              </a:rPr>
              <a:t>FPGA synthesis takes a long time, slowing iteration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79484" y="3765706"/>
            <a:ext cx="3227294" cy="736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8750" lvl="0">
              <a:buSzPts val="1100"/>
            </a:pPr>
            <a:r>
              <a:rPr lang="en-GB" sz="1100" b="1">
                <a:solidFill>
                  <a:srgbClr val="000000"/>
                </a:solidFill>
              </a:rPr>
              <a:t>Precision Trade-Offs</a:t>
            </a:r>
            <a:endParaRPr lang="en-IN" sz="1100" b="1">
              <a:solidFill>
                <a:srgbClr val="000000"/>
              </a:solidFill>
            </a:endParaRPr>
          </a:p>
          <a:p>
            <a:pPr marL="330200" indent="-171450">
              <a:buSzPts val="1100"/>
              <a:buFont typeface="Arial" panose="020B0604020202020204" pitchFamily="34" charset="0"/>
              <a:buChar char="•"/>
            </a:pPr>
            <a:endParaRPr lang="en-GB" sz="900">
              <a:solidFill>
                <a:srgbClr val="000000"/>
              </a:solidFill>
            </a:endParaRPr>
          </a:p>
          <a:p>
            <a:pPr marL="330200" indent="-171450"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rgbClr val="000000"/>
                </a:solidFill>
              </a:rPr>
              <a:t>Balancing accuracy with performance when using INT8/FP32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7750" y="1107773"/>
            <a:ext cx="3548947" cy="370089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>
                <a:solidFill>
                  <a:schemeClr val="bg1"/>
                </a:solidFill>
              </a:rPr>
              <a:t>Limitations</a:t>
            </a:r>
            <a:endParaRPr lang="en-IN" b="1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28796" y="1656678"/>
            <a:ext cx="3227294" cy="809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15000"/>
              </a:lnSpc>
              <a:spcBef>
                <a:spcPts val="1200"/>
              </a:spcBef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Standalone one-head block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796" y="2662196"/>
            <a:ext cx="3227294" cy="483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15000"/>
              </a:lnSpc>
              <a:spcBef>
                <a:spcPts val="1200"/>
              </a:spcBef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Not yet integrated to full </a:t>
            </a:r>
            <a:r>
              <a:rPr lang="en-GB" sz="900" err="1">
                <a:solidFill>
                  <a:schemeClr val="tx1"/>
                </a:solidFill>
              </a:rPr>
              <a:t>TinyLlama</a:t>
            </a:r>
            <a:r>
              <a:rPr lang="en-GB" sz="900">
                <a:solidFill>
                  <a:schemeClr val="tx1"/>
                </a:solidFill>
              </a:rPr>
              <a:t> decoder.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28796" y="3342095"/>
            <a:ext cx="3227294" cy="483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lnSpc>
                <a:spcPct val="115000"/>
              </a:lnSpc>
              <a:spcBef>
                <a:spcPts val="1200"/>
              </a:spcBef>
              <a:buSzPts val="1100"/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tx1"/>
                </a:solidFill>
              </a:rPr>
              <a:t>No KV-cache decode flow yet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28796" y="4021993"/>
            <a:ext cx="3227294" cy="483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15000"/>
              </a:lnSpc>
              <a:spcBef>
                <a:spcPts val="1200"/>
              </a:spcBef>
              <a:buSzPts val="1100"/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/>
                </a:solidFill>
              </a:rPr>
              <a:t>Slower than CPU and GPU baseline</a:t>
            </a:r>
            <a:endParaRPr lang="en-IN" sz="9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C98D0-205D-A81C-ED98-DC90780F7E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9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0" grpId="0" animBg="1"/>
      <p:bldP spid="11" grpId="0" animBg="1"/>
      <p:bldP spid="15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167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0625" y="1183341"/>
            <a:ext cx="4135800" cy="1656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>
              <a:spcBef>
                <a:spcPts val="1400"/>
              </a:spcBef>
            </a:pPr>
            <a:r>
              <a:rPr lang="en-GB">
                <a:solidFill>
                  <a:schemeClr val="bg1"/>
                </a:solidFill>
              </a:rPr>
              <a:t>Reduce Host Transfers:</a:t>
            </a:r>
          </a:p>
          <a:p>
            <a:pPr marL="400050" indent="-1714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bg1"/>
                </a:solidFill>
              </a:rPr>
              <a:t>Keep Q/K/V, logits, probabilities, and </a:t>
            </a:r>
            <a:r>
              <a:rPr lang="en-GB" sz="900" err="1">
                <a:solidFill>
                  <a:schemeClr val="bg1"/>
                </a:solidFill>
              </a:rPr>
              <a:t>attn_out</a:t>
            </a:r>
            <a:r>
              <a:rPr lang="en-GB" sz="900">
                <a:solidFill>
                  <a:schemeClr val="bg1"/>
                </a:solidFill>
              </a:rPr>
              <a:t> resident on FPGA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2442" y="1183341"/>
            <a:ext cx="4135800" cy="1656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>
              <a:spcBef>
                <a:spcPts val="1400"/>
              </a:spcBef>
            </a:pPr>
            <a:r>
              <a:rPr lang="en-GB">
                <a:solidFill>
                  <a:schemeClr val="bg1"/>
                </a:solidFill>
              </a:rPr>
              <a:t>Reduce Kernel Launch Count</a:t>
            </a:r>
          </a:p>
          <a:p>
            <a:pPr marL="400050" indent="-1714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/>
                </a:solidFill>
              </a:rPr>
              <a:t>Move from many tile-level launches toward larger fused kernels.</a:t>
            </a:r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625" y="2960146"/>
            <a:ext cx="4135800" cy="1656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0">
              <a:spcBef>
                <a:spcPts val="1400"/>
              </a:spcBef>
            </a:pPr>
            <a:r>
              <a:rPr lang="en-IN">
                <a:solidFill>
                  <a:schemeClr val="bg1"/>
                </a:solidFill>
              </a:rPr>
              <a:t>Fuse </a:t>
            </a:r>
            <a:r>
              <a:rPr lang="en-IN" err="1">
                <a:solidFill>
                  <a:schemeClr val="bg1"/>
                </a:solidFill>
              </a:rPr>
              <a:t>Softmax</a:t>
            </a:r>
            <a:r>
              <a:rPr lang="en-IN">
                <a:solidFill>
                  <a:schemeClr val="bg1"/>
                </a:solidFill>
              </a:rPr>
              <a:t> and V accumulation</a:t>
            </a:r>
          </a:p>
          <a:p>
            <a:pPr marL="228600" lvl="0"/>
            <a:endParaRPr lang="en-IN" sz="900">
              <a:solidFill>
                <a:schemeClr val="bg1"/>
              </a:solidFill>
            </a:endParaRPr>
          </a:p>
          <a:p>
            <a:pPr marL="400050" lvl="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/>
                </a:solidFill>
              </a:rPr>
              <a:t>Avoid writing full attention weights back through host-visible buffers.</a:t>
            </a:r>
            <a:endParaRPr lang="en-IN" sz="90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2442" y="2930296"/>
            <a:ext cx="4135800" cy="16566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>
              <a:spcBef>
                <a:spcPts val="1400"/>
              </a:spcBef>
            </a:pPr>
            <a:r>
              <a:rPr lang="en-IN">
                <a:solidFill>
                  <a:schemeClr val="bg1"/>
                </a:solidFill>
              </a:rPr>
              <a:t>Full Model Integration</a:t>
            </a:r>
          </a:p>
          <a:p>
            <a:pPr marL="400050" indent="-1714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/>
                </a:solidFill>
              </a:rPr>
              <a:t>Connect the accelerated block into </a:t>
            </a:r>
            <a:r>
              <a:rPr lang="en-US" sz="900" err="1">
                <a:solidFill>
                  <a:schemeClr val="bg1"/>
                </a:solidFill>
              </a:rPr>
              <a:t>TinyLlama</a:t>
            </a:r>
            <a:r>
              <a:rPr lang="en-US" sz="900">
                <a:solidFill>
                  <a:schemeClr val="bg1"/>
                </a:solidFill>
              </a:rPr>
              <a:t> decoder flow after performance improves.</a:t>
            </a:r>
            <a:endParaRPr lang="en-IN" sz="90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71006E-985A-73AD-DE27-746FA7486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68"/>
          <p:cNvSpPr txBox="1">
            <a:spLocks noGrp="1"/>
          </p:cNvSpPr>
          <p:nvPr>
            <p:ph type="title"/>
          </p:nvPr>
        </p:nvSpPr>
        <p:spPr>
          <a:xfrm>
            <a:off x="420625" y="320050"/>
            <a:ext cx="8271600" cy="4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43" name="Google Shape;1143;p168"/>
          <p:cNvSpPr txBox="1">
            <a:spLocks noGrp="1"/>
          </p:cNvSpPr>
          <p:nvPr>
            <p:ph type="body" idx="1"/>
          </p:nvPr>
        </p:nvSpPr>
        <p:spPr>
          <a:xfrm>
            <a:off x="420900" y="994550"/>
            <a:ext cx="8271600" cy="318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>
                <a:hlinkClick r:id="rId3"/>
              </a:rPr>
              <a:t>[1]</a:t>
            </a:r>
            <a:r>
              <a:rPr lang="en-US"/>
              <a:t> http://neuralnetworksanddeeplearning.com/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>
                <a:hlinkClick r:id="rId4"/>
              </a:rPr>
              <a:t>[2]</a:t>
            </a:r>
            <a:r>
              <a:rPr lang="en-US"/>
              <a:t> https://jalammar.github.io/illustrated-transformer/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>
                <a:hlinkClick r:id="rId5"/>
              </a:rPr>
              <a:t>[3]</a:t>
            </a:r>
            <a:r>
              <a:rPr lang="en-US"/>
              <a:t> https://medium.com/@cristianleo120/the-math-behind-transformers-6d7710682a1f</a:t>
            </a:r>
          </a:p>
          <a:p>
            <a:pPr marL="285750" indent="-285750">
              <a:spcAft>
                <a:spcPts val="800"/>
              </a:spcAft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D7EB2-5E08-C1E1-58CC-FBC1D43AB5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69"/>
          <p:cNvSpPr txBox="1"/>
          <p:nvPr/>
        </p:nvSpPr>
        <p:spPr>
          <a:xfrm>
            <a:off x="1353600" y="1627375"/>
            <a:ext cx="64368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 b="1">
                <a:solidFill>
                  <a:schemeClr val="accent1"/>
                </a:solidFill>
              </a:rPr>
              <a:t>THANK YOU!</a:t>
            </a:r>
            <a:endParaRPr sz="46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</a:rPr>
              <a:t>Any Questions?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10CDD-D8F6-5532-827F-3217567C3D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" grpId="0"/>
    </p:bldLst>
  </p:timing>
</p:sld>
</file>

<file path=ppt/theme/theme1.xml><?xml version="1.0" encoding="utf-8"?>
<a:theme xmlns:a="http://schemas.openxmlformats.org/drawingml/2006/main" name="2025 Official ASU presentation template (from Enterprise Brand Strategy and Management)">
  <a:themeElements>
    <a:clrScheme name="Simple Light">
      <a:dk1>
        <a:srgbClr val="191919"/>
      </a:dk1>
      <a:lt1>
        <a:srgbClr val="FFFFFF"/>
      </a:lt1>
      <a:dk2>
        <a:srgbClr val="747474"/>
      </a:dk2>
      <a:lt2>
        <a:srgbClr val="E8E8E8"/>
      </a:lt2>
      <a:accent1>
        <a:srgbClr val="FFC627"/>
      </a:accent1>
      <a:accent2>
        <a:srgbClr val="8C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CC2F2F"/>
      </a:accent6>
      <a:hlink>
        <a:srgbClr val="8C1D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2025 Official ASU presentation template (from Enterprise Brand Strategy and Management)</vt:lpstr>
      <vt:lpstr>Attention Score Acceleration using an FPGA</vt:lpstr>
      <vt:lpstr>Project Overview</vt:lpstr>
      <vt:lpstr>Background</vt:lpstr>
      <vt:lpstr>Motivation</vt:lpstr>
      <vt:lpstr>Methodology &amp; Implementation</vt:lpstr>
      <vt:lpstr>Architecture</vt:lpstr>
      <vt:lpstr>Current status</vt:lpstr>
      <vt:lpstr>Results</vt:lpstr>
      <vt:lpstr>CPU/GPU/FPGA Comparison</vt:lpstr>
      <vt:lpstr>Utilization Report</vt:lpstr>
      <vt:lpstr>Verification Strategy</vt:lpstr>
      <vt:lpstr>Challenges and Limitations</vt:lpstr>
      <vt:lpstr>Next Steps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Score Acceleration using an FPGA</dc:title>
  <cp:revision>1</cp:revision>
  <dcterms:modified xsi:type="dcterms:W3CDTF">2026-05-05T15:41:38Z</dcterms:modified>
</cp:coreProperties>
</file>